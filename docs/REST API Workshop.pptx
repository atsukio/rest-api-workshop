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281" r:id="rId5"/>
    <p:sldId id="282" r:id="rId6"/>
    <p:sldId id="283" r:id="rId7"/>
    <p:sldId id="284" r:id="rId8"/>
    <p:sldId id="296" r:id="rId9"/>
    <p:sldId id="312" r:id="rId10"/>
    <p:sldId id="285" r:id="rId11"/>
    <p:sldId id="286" r:id="rId12"/>
    <p:sldId id="287" r:id="rId13"/>
    <p:sldId id="291" r:id="rId14"/>
    <p:sldId id="307" r:id="rId15"/>
    <p:sldId id="308" r:id="rId16"/>
    <p:sldId id="311" r:id="rId17"/>
    <p:sldId id="290" r:id="rId18"/>
    <p:sldId id="292" r:id="rId19"/>
    <p:sldId id="304" r:id="rId20"/>
    <p:sldId id="293" r:id="rId21"/>
    <p:sldId id="294" r:id="rId22"/>
    <p:sldId id="295" r:id="rId23"/>
    <p:sldId id="297" r:id="rId24"/>
    <p:sldId id="298" r:id="rId25"/>
    <p:sldId id="299" r:id="rId26"/>
    <p:sldId id="301" r:id="rId27"/>
    <p:sldId id="302" r:id="rId28"/>
    <p:sldId id="303" r:id="rId29"/>
    <p:sldId id="305" r:id="rId30"/>
    <p:sldId id="306" r:id="rId31"/>
    <p:sldId id="313" r:id="rId32"/>
  </p:sldIdLst>
  <p:sldSz cx="10058400" cy="7772400"/>
  <p:notesSz cx="6858000" cy="9144000"/>
  <p:defaultTextStyle>
    <a:defPPr>
      <a:defRPr lang="en-US"/>
    </a:defPPr>
    <a:lvl1pPr marL="0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 userDrawn="1">
          <p15:clr>
            <a:srgbClr val="A4A3A4"/>
          </p15:clr>
        </p15:guide>
        <p15:guide id="2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D0D42A-A4F0-9EA2-9995-4077A32F4AA8}" v="1860" dt="2026-03-26T09:08:36.794"/>
    <p1510:client id="{55B24869-3CE8-79CA-AE39-E242D542E52A}" v="543" dt="2026-03-26T15:54:19.321"/>
    <p1510:client id="{C371F337-4E3B-271C-412D-7E828F1ED803}" v="1126" dt="2026-03-26T16:29:44.5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67" autoAdjust="0"/>
    <p:restoredTop sz="94879" autoAdjust="0"/>
  </p:normalViewPr>
  <p:slideViewPr>
    <p:cSldViewPr snapToGrid="0">
      <p:cViewPr varScale="1">
        <p:scale>
          <a:sx n="93" d="100"/>
          <a:sy n="93" d="100"/>
        </p:scale>
        <p:origin x="2310" y="96"/>
      </p:cViewPr>
      <p:guideLst>
        <p:guide orient="horz" pos="2448"/>
        <p:guide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236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CC32456-4FF3-435F-B03B-B8D0CE646C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AF674-F26D-473E-9D53-48E35C0805D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871CB-7D37-4FAB-B9ED-4377A4D8FB20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45A715-4835-402B-BB1A-CF0CABC045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AE5A0-5322-48C1-AAD9-D4F92B3C7E4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A370-3937-44ED-9988-7642B6F3E4B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869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EEF79-99CC-4F81-B4D6-D8238D76DBFC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43000"/>
            <a:ext cx="3994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C5344-2AF1-4DB7-89C3-3B38D8B6B9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94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FF38DF-3722-4EE9-AE05-26B3C079942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703" y="1543006"/>
            <a:ext cx="6163056" cy="581558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9E3191-4C97-4E96-BDCA-9CFAAF733D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26238" y="1543006"/>
            <a:ext cx="3244850" cy="5815583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377190" indent="0">
              <a:buNone/>
              <a:defRPr/>
            </a:lvl2pPr>
            <a:lvl3pPr marL="754380" indent="0">
              <a:buNone/>
              <a:defRPr/>
            </a:lvl3pPr>
            <a:lvl4pPr marL="1131570" indent="0">
              <a:buNone/>
              <a:defRPr/>
            </a:lvl4pPr>
            <a:lvl5pPr marL="150876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C1084-4980-48F0-8491-4EDFEE9D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703" y="154727"/>
            <a:ext cx="9154994" cy="1502305"/>
          </a:xfrm>
        </p:spPr>
        <p:txBody>
          <a:bodyPr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7EDC26-1C8A-49E6-8649-DC237393B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9BE249-3B9F-4033-B1C5-264A0EBC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E5DA54-7512-48DD-9777-1C5EF5EA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944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87FA025-9CE5-4D24-88F3-5B393073121B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50876" y="116586"/>
            <a:ext cx="9756648" cy="7539228"/>
          </a:xfr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BBEC44-041F-4312-9B0C-3A67D7B6D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116587"/>
            <a:ext cx="9756648" cy="768604"/>
          </a:xfrm>
        </p:spPr>
        <p:txBody>
          <a:bodyPr anchor="t">
            <a:normAutofit/>
          </a:bodyPr>
          <a:lstStyle>
            <a:lvl1pPr algn="ctr">
              <a:defRPr sz="198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BB180C-9C77-4695-AFDF-D7E0EAD24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80EC47-D9D3-466D-8977-9CE5E7E1D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2C35B-B517-42A0-BADD-6AF6A83C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454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FC5AF8-D558-466F-A592-16B2A4D39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B6FAB-E45B-4FEF-8078-5C0BD6729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AEDAE-1AB7-4054-8DD3-4591873A6A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2EBECA-3212-4A5B-B9AF-C03EDE72AD91}" type="datetimeFigureOut">
              <a:rPr lang="en-US" smtClean="0"/>
              <a:t>5/14/2026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9C897-D318-432C-9927-F3D50FB36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7AD6-49F1-4CCF-BF69-04E62D41C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64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</p:sldLayoutIdLst>
  <p:txStyles>
    <p:titleStyle>
      <a:lvl1pPr algn="l" defTabSz="754380" rtl="0" eaLnBrk="1" latinLnBrk="0" hangingPunct="1">
        <a:lnSpc>
          <a:spcPct val="90000"/>
        </a:lnSpc>
        <a:spcBef>
          <a:spcPct val="0"/>
        </a:spcBef>
        <a:buNone/>
        <a:defRPr sz="3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595" indent="-188595" algn="l" defTabSz="75438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1pPr>
      <a:lvl2pPr marL="56578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94297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132016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69735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207454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45173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82892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20611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2pPr>
      <a:lvl3pPr marL="75438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3pPr>
      <a:lvl4pPr marL="113157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50876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26314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64033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01752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-scm.com/install/windows" TargetMode="External"/><Relationship Id="rId3" Type="http://schemas.openxmlformats.org/officeDocument/2006/relationships/hyperlink" Target="https://dbeaver.io/download/" TargetMode="External"/><Relationship Id="rId7" Type="http://schemas.openxmlformats.org/officeDocument/2006/relationships/hyperlink" Target="https://docs.astral.sh/uv/getting-started/installation/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ython.org/downloads/release/python-3143/" TargetMode="External"/><Relationship Id="rId5" Type="http://schemas.openxmlformats.org/officeDocument/2006/relationships/hyperlink" Target="https://bun.com/docs/installation#installation" TargetMode="External"/><Relationship Id="rId10" Type="http://schemas.openxmlformats.org/officeDocument/2006/relationships/image" Target="../media/image2.svg"/><Relationship Id="rId4" Type="http://schemas.openxmlformats.org/officeDocument/2006/relationships/hyperlink" Target="https://nodejs.org/en/download" TargetMode="External"/><Relationship Id="rId9" Type="http://schemas.openxmlformats.org/officeDocument/2006/relationships/hyperlink" Target="https://github.com/Atsukio/REST-API-Workshop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atlassian.com/git/tutorials/comparing-workflows/gitflow-workflow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localhost:8000/api/docs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hyperlink" Target="http://localhost/api/todos/" TargetMode="External"/><Relationship Id="rId4" Type="http://schemas.openxmlformats.org/officeDocument/2006/relationships/hyperlink" Target="http://localhost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hyperlink" Target="http://localhost:8000/api/docs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5.png"/><Relationship Id="rId4" Type="http://schemas.openxmlformats.org/officeDocument/2006/relationships/hyperlink" Target="http://localhost/api/todos/1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1157255-4500-D9C8-2CEE-415F69FB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pic>
        <p:nvPicPr>
          <p:cNvPr id="30" name="Graphic 29" descr="robot to color">
            <a:extLst>
              <a:ext uri="{FF2B5EF4-FFF2-40B4-BE49-F238E27FC236}">
                <a16:creationId xmlns:a16="http://schemas.microsoft.com/office/drawing/2014/main" id="{6519F2AB-6C64-CCC6-943C-8FD24BA07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70745" y="122243"/>
            <a:ext cx="1761121" cy="2348160"/>
          </a:xfrm>
          <a:prstGeom prst="rect">
            <a:avLst/>
          </a:prstGeom>
        </p:spPr>
      </p:pic>
      <p:grpSp>
        <p:nvGrpSpPr>
          <p:cNvPr id="48" name="Graphic 8" descr="colored in robot">
            <a:extLst>
              <a:ext uri="{FF2B5EF4-FFF2-40B4-BE49-F238E27FC236}">
                <a16:creationId xmlns:a16="http://schemas.microsoft.com/office/drawing/2014/main" id="{17EF643D-4358-CC39-3149-FBB64376C08C}"/>
              </a:ext>
            </a:extLst>
          </p:cNvPr>
          <p:cNvGrpSpPr/>
          <p:nvPr/>
        </p:nvGrpSpPr>
        <p:grpSpPr>
          <a:xfrm rot="695585">
            <a:off x="5133972" y="648180"/>
            <a:ext cx="1581937" cy="1990787"/>
            <a:chOff x="5144030" y="656298"/>
            <a:chExt cx="1581937" cy="199078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731C471-E6A7-3037-501E-0AC19DA767D9}"/>
                </a:ext>
              </a:extLst>
            </p:cNvPr>
            <p:cNvSpPr/>
            <p:nvPr/>
          </p:nvSpPr>
          <p:spPr>
            <a:xfrm>
              <a:off x="5144030" y="1080088"/>
              <a:ext cx="139952" cy="139952"/>
            </a:xfrm>
            <a:custGeom>
              <a:avLst/>
              <a:gdLst>
                <a:gd name="connsiteX0" fmla="*/ 139953 w 139952"/>
                <a:gd name="connsiteY0" fmla="*/ 69976 h 139952"/>
                <a:gd name="connsiteX1" fmla="*/ 69976 w 139952"/>
                <a:gd name="connsiteY1" fmla="*/ 139953 h 139952"/>
                <a:gd name="connsiteX2" fmla="*/ 0 w 139952"/>
                <a:gd name="connsiteY2" fmla="*/ 69976 h 139952"/>
                <a:gd name="connsiteX3" fmla="*/ 69976 w 139952"/>
                <a:gd name="connsiteY3" fmla="*/ 0 h 139952"/>
                <a:gd name="connsiteX4" fmla="*/ 139953 w 139952"/>
                <a:gd name="connsiteY4" fmla="*/ 69976 h 13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952" h="139952">
                  <a:moveTo>
                    <a:pt x="139953" y="69976"/>
                  </a:moveTo>
                  <a:cubicBezTo>
                    <a:pt x="139953" y="108623"/>
                    <a:pt x="108623" y="139953"/>
                    <a:pt x="69976" y="139953"/>
                  </a:cubicBezTo>
                  <a:cubicBezTo>
                    <a:pt x="31329" y="139953"/>
                    <a:pt x="0" y="108623"/>
                    <a:pt x="0" y="69976"/>
                  </a:cubicBezTo>
                  <a:cubicBezTo>
                    <a:pt x="0" y="31329"/>
                    <a:pt x="31329" y="0"/>
                    <a:pt x="69976" y="0"/>
                  </a:cubicBezTo>
                  <a:cubicBezTo>
                    <a:pt x="108623" y="0"/>
                    <a:pt x="139953" y="31329"/>
                    <a:pt x="139953" y="69976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1D33E26-483A-762C-2903-5A0F1E0C719E}"/>
                </a:ext>
              </a:extLst>
            </p:cNvPr>
            <p:cNvSpPr/>
            <p:nvPr/>
          </p:nvSpPr>
          <p:spPr>
            <a:xfrm>
              <a:off x="6578152" y="1058073"/>
              <a:ext cx="147815" cy="147815"/>
            </a:xfrm>
            <a:custGeom>
              <a:avLst/>
              <a:gdLst>
                <a:gd name="connsiteX0" fmla="*/ 147815 w 147815"/>
                <a:gd name="connsiteY0" fmla="*/ 73908 h 147815"/>
                <a:gd name="connsiteX1" fmla="*/ 73908 w 147815"/>
                <a:gd name="connsiteY1" fmla="*/ 147815 h 147815"/>
                <a:gd name="connsiteX2" fmla="*/ 0 w 147815"/>
                <a:gd name="connsiteY2" fmla="*/ 73908 h 147815"/>
                <a:gd name="connsiteX3" fmla="*/ 73908 w 147815"/>
                <a:gd name="connsiteY3" fmla="*/ 0 h 147815"/>
                <a:gd name="connsiteX4" fmla="*/ 147815 w 147815"/>
                <a:gd name="connsiteY4" fmla="*/ 73908 h 147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815" h="147815">
                  <a:moveTo>
                    <a:pt x="147815" y="73908"/>
                  </a:moveTo>
                  <a:cubicBezTo>
                    <a:pt x="147815" y="114726"/>
                    <a:pt x="114726" y="147815"/>
                    <a:pt x="73908" y="147815"/>
                  </a:cubicBezTo>
                  <a:cubicBezTo>
                    <a:pt x="33090" y="147815"/>
                    <a:pt x="0" y="114726"/>
                    <a:pt x="0" y="73908"/>
                  </a:cubicBezTo>
                  <a:cubicBezTo>
                    <a:pt x="0" y="33090"/>
                    <a:pt x="33090" y="0"/>
                    <a:pt x="73908" y="0"/>
                  </a:cubicBezTo>
                  <a:cubicBezTo>
                    <a:pt x="114726" y="0"/>
                    <a:pt x="147815" y="33090"/>
                    <a:pt x="147815" y="73908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64D9B3B-0741-5AAC-8123-DF9A023F9943}"/>
                </a:ext>
              </a:extLst>
            </p:cNvPr>
            <p:cNvSpPr/>
            <p:nvPr/>
          </p:nvSpPr>
          <p:spPr>
            <a:xfrm>
              <a:off x="5457745" y="656298"/>
              <a:ext cx="946646" cy="946646"/>
            </a:xfrm>
            <a:custGeom>
              <a:avLst/>
              <a:gdLst>
                <a:gd name="connsiteX0" fmla="*/ 946646 w 946646"/>
                <a:gd name="connsiteY0" fmla="*/ 473323 h 946646"/>
                <a:gd name="connsiteX1" fmla="*/ 473323 w 946646"/>
                <a:gd name="connsiteY1" fmla="*/ 946646 h 946646"/>
                <a:gd name="connsiteX2" fmla="*/ 0 w 946646"/>
                <a:gd name="connsiteY2" fmla="*/ 473323 h 946646"/>
                <a:gd name="connsiteX3" fmla="*/ 473323 w 946646"/>
                <a:gd name="connsiteY3" fmla="*/ 0 h 946646"/>
                <a:gd name="connsiteX4" fmla="*/ 946646 w 946646"/>
                <a:gd name="connsiteY4" fmla="*/ 473323 h 94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6646" h="946646">
                  <a:moveTo>
                    <a:pt x="946646" y="473323"/>
                  </a:moveTo>
                  <a:cubicBezTo>
                    <a:pt x="946646" y="734732"/>
                    <a:pt x="734732" y="946646"/>
                    <a:pt x="473323" y="946646"/>
                  </a:cubicBezTo>
                  <a:cubicBezTo>
                    <a:pt x="211914" y="946646"/>
                    <a:pt x="0" y="734732"/>
                    <a:pt x="0" y="473323"/>
                  </a:cubicBezTo>
                  <a:cubicBezTo>
                    <a:pt x="0" y="211914"/>
                    <a:pt x="211914" y="0"/>
                    <a:pt x="473323" y="0"/>
                  </a:cubicBezTo>
                  <a:cubicBezTo>
                    <a:pt x="734732" y="0"/>
                    <a:pt x="946646" y="211914"/>
                    <a:pt x="946646" y="47332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B75F8EA-7F92-9142-D92E-4E610EC73CC5}"/>
                </a:ext>
              </a:extLst>
            </p:cNvPr>
            <p:cNvSpPr/>
            <p:nvPr/>
          </p:nvSpPr>
          <p:spPr>
            <a:xfrm>
              <a:off x="5576469" y="1863980"/>
              <a:ext cx="783106" cy="783106"/>
            </a:xfrm>
            <a:custGeom>
              <a:avLst/>
              <a:gdLst>
                <a:gd name="connsiteX0" fmla="*/ 783106 w 783106"/>
                <a:gd name="connsiteY0" fmla="*/ 391553 h 783106"/>
                <a:gd name="connsiteX1" fmla="*/ 391553 w 783106"/>
                <a:gd name="connsiteY1" fmla="*/ 783106 h 783106"/>
                <a:gd name="connsiteX2" fmla="*/ 0 w 783106"/>
                <a:gd name="connsiteY2" fmla="*/ 391553 h 783106"/>
                <a:gd name="connsiteX3" fmla="*/ 391553 w 783106"/>
                <a:gd name="connsiteY3" fmla="*/ 0 h 783106"/>
                <a:gd name="connsiteX4" fmla="*/ 783106 w 783106"/>
                <a:gd name="connsiteY4" fmla="*/ 391553 h 783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3106" h="783106">
                  <a:moveTo>
                    <a:pt x="783106" y="391553"/>
                  </a:moveTo>
                  <a:cubicBezTo>
                    <a:pt x="783106" y="607802"/>
                    <a:pt x="607802" y="783106"/>
                    <a:pt x="391553" y="783106"/>
                  </a:cubicBezTo>
                  <a:cubicBezTo>
                    <a:pt x="175304" y="783106"/>
                    <a:pt x="0" y="607802"/>
                    <a:pt x="0" y="391553"/>
                  </a:cubicBezTo>
                  <a:cubicBezTo>
                    <a:pt x="0" y="175304"/>
                    <a:pt x="175304" y="0"/>
                    <a:pt x="391553" y="0"/>
                  </a:cubicBezTo>
                  <a:cubicBezTo>
                    <a:pt x="607802" y="0"/>
                    <a:pt x="783106" y="175304"/>
                    <a:pt x="783106" y="39155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DA90553-5D8A-A2C9-74C4-D40306929BE2}"/>
                </a:ext>
              </a:extLst>
            </p:cNvPr>
            <p:cNvSpPr/>
            <p:nvPr/>
          </p:nvSpPr>
          <p:spPr>
            <a:xfrm>
              <a:off x="5574896" y="1768057"/>
              <a:ext cx="760304" cy="573177"/>
            </a:xfrm>
            <a:custGeom>
              <a:avLst/>
              <a:gdLst>
                <a:gd name="connsiteX0" fmla="*/ 0 w 760304"/>
                <a:gd name="connsiteY0" fmla="*/ 0 h 573177"/>
                <a:gd name="connsiteX1" fmla="*/ 760305 w 760304"/>
                <a:gd name="connsiteY1" fmla="*/ 0 h 573177"/>
                <a:gd name="connsiteX2" fmla="*/ 760305 w 760304"/>
                <a:gd name="connsiteY2" fmla="*/ 573177 h 573177"/>
                <a:gd name="connsiteX3" fmla="*/ 0 w 760304"/>
                <a:gd name="connsiteY3" fmla="*/ 573177 h 573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0304" h="573177">
                  <a:moveTo>
                    <a:pt x="0" y="0"/>
                  </a:moveTo>
                  <a:lnTo>
                    <a:pt x="760305" y="0"/>
                  </a:lnTo>
                  <a:lnTo>
                    <a:pt x="760305" y="573177"/>
                  </a:lnTo>
                  <a:lnTo>
                    <a:pt x="0" y="573177"/>
                  </a:lnTo>
                  <a:close/>
                </a:path>
              </a:pathLst>
            </a:custGeom>
            <a:solidFill>
              <a:schemeClr val="accent3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4" name="Graphic 8" descr="colored in robot">
            <a:extLst>
              <a:ext uri="{FF2B5EF4-FFF2-40B4-BE49-F238E27FC236}">
                <a16:creationId xmlns:a16="http://schemas.microsoft.com/office/drawing/2014/main" id="{0D0787C6-3F31-BC65-1238-3297241ECAEE}"/>
              </a:ext>
            </a:extLst>
          </p:cNvPr>
          <p:cNvGrpSpPr/>
          <p:nvPr/>
        </p:nvGrpSpPr>
        <p:grpSpPr>
          <a:xfrm rot="695585">
            <a:off x="5021562" y="639331"/>
            <a:ext cx="1836896" cy="2022215"/>
            <a:chOff x="5021430" y="638966"/>
            <a:chExt cx="1836896" cy="2022215"/>
          </a:xfrm>
          <a:solidFill>
            <a:srgbClr val="000000"/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8549A02-B27F-1F50-21DC-115F3737F2D7}"/>
                </a:ext>
              </a:extLst>
            </p:cNvPr>
            <p:cNvSpPr/>
            <p:nvPr/>
          </p:nvSpPr>
          <p:spPr>
            <a:xfrm>
              <a:off x="5021430" y="1714789"/>
              <a:ext cx="1836896" cy="946393"/>
            </a:xfrm>
            <a:custGeom>
              <a:avLst/>
              <a:gdLst>
                <a:gd name="connsiteX0" fmla="*/ 496856 w 1836896"/>
                <a:gd name="connsiteY0" fmla="*/ 101230 h 946393"/>
                <a:gd name="connsiteX1" fmla="*/ 500001 w 1836896"/>
                <a:gd name="connsiteY1" fmla="*/ 76070 h 946393"/>
                <a:gd name="connsiteX2" fmla="*/ 500788 w 1836896"/>
                <a:gd name="connsiteY2" fmla="*/ 38330 h 946393"/>
                <a:gd name="connsiteX3" fmla="*/ 533024 w 1836896"/>
                <a:gd name="connsiteY3" fmla="*/ 6093 h 946393"/>
                <a:gd name="connsiteX4" fmla="*/ 680053 w 1836896"/>
                <a:gd name="connsiteY4" fmla="*/ 590 h 946393"/>
                <a:gd name="connsiteX5" fmla="*/ 1162811 w 1836896"/>
                <a:gd name="connsiteY5" fmla="*/ 590 h 946393"/>
                <a:gd name="connsiteX6" fmla="*/ 1301978 w 1836896"/>
                <a:gd name="connsiteY6" fmla="*/ 7666 h 946393"/>
                <a:gd name="connsiteX7" fmla="*/ 1332641 w 1836896"/>
                <a:gd name="connsiteY7" fmla="*/ 31253 h 946393"/>
                <a:gd name="connsiteX8" fmla="*/ 1340504 w 1836896"/>
                <a:gd name="connsiteY8" fmla="*/ 72139 h 946393"/>
                <a:gd name="connsiteX9" fmla="*/ 1343649 w 1836896"/>
                <a:gd name="connsiteY9" fmla="*/ 99657 h 946393"/>
                <a:gd name="connsiteX10" fmla="*/ 1369595 w 1836896"/>
                <a:gd name="connsiteY10" fmla="*/ 104375 h 946393"/>
                <a:gd name="connsiteX11" fmla="*/ 1510334 w 1836896"/>
                <a:gd name="connsiteY11" fmla="*/ 142115 h 946393"/>
                <a:gd name="connsiteX12" fmla="*/ 1725767 w 1836896"/>
                <a:gd name="connsiteY12" fmla="*/ 416517 h 946393"/>
                <a:gd name="connsiteX13" fmla="*/ 1734416 w 1836896"/>
                <a:gd name="connsiteY13" fmla="*/ 536027 h 946393"/>
                <a:gd name="connsiteX14" fmla="*/ 1734416 w 1836896"/>
                <a:gd name="connsiteY14" fmla="*/ 563545 h 946393"/>
                <a:gd name="connsiteX15" fmla="*/ 1761934 w 1836896"/>
                <a:gd name="connsiteY15" fmla="*/ 582415 h 946393"/>
                <a:gd name="connsiteX16" fmla="*/ 1827979 w 1836896"/>
                <a:gd name="connsiteY16" fmla="*/ 790772 h 946393"/>
                <a:gd name="connsiteX17" fmla="*/ 1780804 w 1836896"/>
                <a:gd name="connsiteY17" fmla="*/ 852100 h 946393"/>
                <a:gd name="connsiteX18" fmla="*/ 1658149 w 1836896"/>
                <a:gd name="connsiteY18" fmla="*/ 789986 h 946393"/>
                <a:gd name="connsiteX19" fmla="*/ 1656577 w 1836896"/>
                <a:gd name="connsiteY19" fmla="*/ 744383 h 946393"/>
                <a:gd name="connsiteX20" fmla="*/ 1629058 w 1836896"/>
                <a:gd name="connsiteY20" fmla="*/ 720009 h 946393"/>
                <a:gd name="connsiteX21" fmla="*/ 1618050 w 1836896"/>
                <a:gd name="connsiteY21" fmla="*/ 720009 h 946393"/>
                <a:gd name="connsiteX22" fmla="*/ 1593677 w 1836896"/>
                <a:gd name="connsiteY22" fmla="*/ 742811 h 946393"/>
                <a:gd name="connsiteX23" fmla="*/ 1592890 w 1836896"/>
                <a:gd name="connsiteY23" fmla="*/ 784482 h 946393"/>
                <a:gd name="connsiteX24" fmla="*/ 1499327 w 1836896"/>
                <a:gd name="connsiteY24" fmla="*/ 859176 h 946393"/>
                <a:gd name="connsiteX25" fmla="*/ 1435640 w 1836896"/>
                <a:gd name="connsiteY25" fmla="*/ 811215 h 946393"/>
                <a:gd name="connsiteX26" fmla="*/ 1423846 w 1836896"/>
                <a:gd name="connsiteY26" fmla="*/ 779764 h 946393"/>
                <a:gd name="connsiteX27" fmla="*/ 1419129 w 1836896"/>
                <a:gd name="connsiteY27" fmla="*/ 679124 h 946393"/>
                <a:gd name="connsiteX28" fmla="*/ 1491464 w 1836896"/>
                <a:gd name="connsiteY28" fmla="*/ 572980 h 946393"/>
                <a:gd name="connsiteX29" fmla="*/ 1519769 w 1836896"/>
                <a:gd name="connsiteY29" fmla="*/ 555683 h 946393"/>
                <a:gd name="connsiteX30" fmla="*/ 1481243 w 1836896"/>
                <a:gd name="connsiteY30" fmla="*/ 401578 h 946393"/>
                <a:gd name="connsiteX31" fmla="*/ 1393969 w 1836896"/>
                <a:gd name="connsiteY31" fmla="*/ 339464 h 946393"/>
                <a:gd name="connsiteX32" fmla="*/ 1351511 w 1836896"/>
                <a:gd name="connsiteY32" fmla="*/ 337105 h 946393"/>
                <a:gd name="connsiteX33" fmla="*/ 1349939 w 1836896"/>
                <a:gd name="connsiteY33" fmla="*/ 362265 h 946393"/>
                <a:gd name="connsiteX34" fmla="*/ 1349153 w 1836896"/>
                <a:gd name="connsiteY34" fmla="*/ 580843 h 946393"/>
                <a:gd name="connsiteX35" fmla="*/ 1311413 w 1836896"/>
                <a:gd name="connsiteY35" fmla="*/ 756963 h 946393"/>
                <a:gd name="connsiteX36" fmla="*/ 1138437 w 1836896"/>
                <a:gd name="connsiteY36" fmla="*/ 918931 h 946393"/>
                <a:gd name="connsiteX37" fmla="*/ 978828 w 1836896"/>
                <a:gd name="connsiteY37" fmla="*/ 945663 h 946393"/>
                <a:gd name="connsiteX38" fmla="*/ 809784 w 1836896"/>
                <a:gd name="connsiteY38" fmla="*/ 933083 h 946393"/>
                <a:gd name="connsiteX39" fmla="*/ 618725 w 1836896"/>
                <a:gd name="connsiteY39" fmla="*/ 826153 h 946393"/>
                <a:gd name="connsiteX40" fmla="*/ 534597 w 1836896"/>
                <a:gd name="connsiteY40" fmla="*/ 667331 h 946393"/>
                <a:gd name="connsiteX41" fmla="*/ 503146 w 1836896"/>
                <a:gd name="connsiteY41" fmla="*/ 458974 h 946393"/>
                <a:gd name="connsiteX42" fmla="*/ 496856 w 1836896"/>
                <a:gd name="connsiteY42" fmla="*/ 337105 h 946393"/>
                <a:gd name="connsiteX43" fmla="*/ 473269 w 1836896"/>
                <a:gd name="connsiteY43" fmla="*/ 337105 h 946393"/>
                <a:gd name="connsiteX44" fmla="*/ 380491 w 1836896"/>
                <a:gd name="connsiteY44" fmla="*/ 396074 h 946393"/>
                <a:gd name="connsiteX45" fmla="*/ 337247 w 1836896"/>
                <a:gd name="connsiteY45" fmla="*/ 557255 h 946393"/>
                <a:gd name="connsiteX46" fmla="*/ 366339 w 1836896"/>
                <a:gd name="connsiteY46" fmla="*/ 575339 h 946393"/>
                <a:gd name="connsiteX47" fmla="*/ 444178 w 1836896"/>
                <a:gd name="connsiteY47" fmla="*/ 706643 h 946393"/>
                <a:gd name="connsiteX48" fmla="*/ 437101 w 1836896"/>
                <a:gd name="connsiteY48" fmla="*/ 803352 h 946393"/>
                <a:gd name="connsiteX49" fmla="*/ 334102 w 1836896"/>
                <a:gd name="connsiteY49" fmla="*/ 876473 h 946393"/>
                <a:gd name="connsiteX50" fmla="*/ 279851 w 1836896"/>
                <a:gd name="connsiteY50" fmla="*/ 841878 h 946393"/>
                <a:gd name="connsiteX51" fmla="*/ 268057 w 1836896"/>
                <a:gd name="connsiteY51" fmla="*/ 798634 h 946393"/>
                <a:gd name="connsiteX52" fmla="*/ 259409 w 1836896"/>
                <a:gd name="connsiteY52" fmla="*/ 750673 h 946393"/>
                <a:gd name="connsiteX53" fmla="*/ 237394 w 1836896"/>
                <a:gd name="connsiteY53" fmla="*/ 733376 h 946393"/>
                <a:gd name="connsiteX54" fmla="*/ 218524 w 1836896"/>
                <a:gd name="connsiteY54" fmla="*/ 734948 h 946393"/>
                <a:gd name="connsiteX55" fmla="*/ 190219 w 1836896"/>
                <a:gd name="connsiteY55" fmla="*/ 767971 h 946393"/>
                <a:gd name="connsiteX56" fmla="*/ 194936 w 1836896"/>
                <a:gd name="connsiteY56" fmla="*/ 820650 h 946393"/>
                <a:gd name="connsiteX57" fmla="*/ 149333 w 1836896"/>
                <a:gd name="connsiteY57" fmla="*/ 900061 h 946393"/>
                <a:gd name="connsiteX58" fmla="*/ 57342 w 1836896"/>
                <a:gd name="connsiteY58" fmla="*/ 889053 h 946393"/>
                <a:gd name="connsiteX59" fmla="*/ 6236 w 1836896"/>
                <a:gd name="connsiteY59" fmla="*/ 807283 h 946393"/>
                <a:gd name="connsiteX60" fmla="*/ 86433 w 1836896"/>
                <a:gd name="connsiteY60" fmla="*/ 595782 h 946393"/>
                <a:gd name="connsiteX61" fmla="*/ 122601 w 1836896"/>
                <a:gd name="connsiteY61" fmla="*/ 570622 h 946393"/>
                <a:gd name="connsiteX62" fmla="*/ 125746 w 1836896"/>
                <a:gd name="connsiteY62" fmla="*/ 444035 h 946393"/>
                <a:gd name="connsiteX63" fmla="*/ 441033 w 1836896"/>
                <a:gd name="connsiteY63" fmla="*/ 107520 h 946393"/>
                <a:gd name="connsiteX64" fmla="*/ 496856 w 1836896"/>
                <a:gd name="connsiteY64" fmla="*/ 101230 h 946393"/>
                <a:gd name="connsiteX65" fmla="*/ 555039 w 1836896"/>
                <a:gd name="connsiteY65" fmla="*/ 60345 h 946393"/>
                <a:gd name="connsiteX66" fmla="*/ 555039 w 1836896"/>
                <a:gd name="connsiteY66" fmla="*/ 147619 h 946393"/>
                <a:gd name="connsiteX67" fmla="*/ 563688 w 1836896"/>
                <a:gd name="connsiteY67" fmla="*/ 524233 h 946393"/>
                <a:gd name="connsiteX68" fmla="*/ 582558 w 1836896"/>
                <a:gd name="connsiteY68" fmla="*/ 624873 h 946393"/>
                <a:gd name="connsiteX69" fmla="*/ 616367 w 1836896"/>
                <a:gd name="connsiteY69" fmla="*/ 626446 h 946393"/>
                <a:gd name="connsiteX70" fmla="*/ 755533 w 1836896"/>
                <a:gd name="connsiteY70" fmla="*/ 624873 h 946393"/>
                <a:gd name="connsiteX71" fmla="*/ 1223352 w 1836896"/>
                <a:gd name="connsiteY71" fmla="*/ 624873 h 946393"/>
                <a:gd name="connsiteX72" fmla="*/ 1265024 w 1836896"/>
                <a:gd name="connsiteY72" fmla="*/ 624087 h 946393"/>
                <a:gd name="connsiteX73" fmla="*/ 1286253 w 1836896"/>
                <a:gd name="connsiteY73" fmla="*/ 619369 h 946393"/>
                <a:gd name="connsiteX74" fmla="*/ 1294901 w 1836896"/>
                <a:gd name="connsiteY74" fmla="*/ 547034 h 946393"/>
                <a:gd name="connsiteX75" fmla="*/ 1292543 w 1836896"/>
                <a:gd name="connsiteY75" fmla="*/ 351258 h 946393"/>
                <a:gd name="connsiteX76" fmla="*/ 1287825 w 1836896"/>
                <a:gd name="connsiteY76" fmla="*/ 257694 h 946393"/>
                <a:gd name="connsiteX77" fmla="*/ 1286253 w 1836896"/>
                <a:gd name="connsiteY77" fmla="*/ 99657 h 946393"/>
                <a:gd name="connsiteX78" fmla="*/ 1276818 w 1836896"/>
                <a:gd name="connsiteY78" fmla="*/ 61917 h 946393"/>
                <a:gd name="connsiteX79" fmla="*/ 555039 w 1836896"/>
                <a:gd name="connsiteY79" fmla="*/ 60345 h 946393"/>
                <a:gd name="connsiteX80" fmla="*/ 1229642 w 1836896"/>
                <a:gd name="connsiteY80" fmla="*/ 785268 h 946393"/>
                <a:gd name="connsiteX81" fmla="*/ 669045 w 1836896"/>
                <a:gd name="connsiteY81" fmla="*/ 785268 h 946393"/>
                <a:gd name="connsiteX82" fmla="*/ 665900 w 1836896"/>
                <a:gd name="connsiteY82" fmla="*/ 786055 h 946393"/>
                <a:gd name="connsiteX83" fmla="*/ 662755 w 1836896"/>
                <a:gd name="connsiteY83" fmla="*/ 791558 h 946393"/>
                <a:gd name="connsiteX84" fmla="*/ 686343 w 1836896"/>
                <a:gd name="connsiteY84" fmla="*/ 816718 h 946393"/>
                <a:gd name="connsiteX85" fmla="*/ 817647 w 1836896"/>
                <a:gd name="connsiteY85" fmla="*/ 879618 h 946393"/>
                <a:gd name="connsiteX86" fmla="*/ 1034652 w 1836896"/>
                <a:gd name="connsiteY86" fmla="*/ 886695 h 946393"/>
                <a:gd name="connsiteX87" fmla="*/ 1100697 w 1836896"/>
                <a:gd name="connsiteY87" fmla="*/ 873328 h 946393"/>
                <a:gd name="connsiteX88" fmla="*/ 1215490 w 1836896"/>
                <a:gd name="connsiteY88" fmla="*/ 804925 h 946393"/>
                <a:gd name="connsiteX89" fmla="*/ 1229642 w 1836896"/>
                <a:gd name="connsiteY89" fmla="*/ 785268 h 946393"/>
                <a:gd name="connsiteX90" fmla="*/ 329385 w 1836896"/>
                <a:gd name="connsiteY90" fmla="*/ 821436 h 946393"/>
                <a:gd name="connsiteX91" fmla="*/ 385995 w 1836896"/>
                <a:gd name="connsiteY91" fmla="*/ 778192 h 946393"/>
                <a:gd name="connsiteX92" fmla="*/ 388354 w 1836896"/>
                <a:gd name="connsiteY92" fmla="*/ 722368 h 946393"/>
                <a:gd name="connsiteX93" fmla="*/ 277492 w 1836896"/>
                <a:gd name="connsiteY93" fmla="*/ 604430 h 946393"/>
                <a:gd name="connsiteX94" fmla="*/ 99800 w 1836896"/>
                <a:gd name="connsiteY94" fmla="*/ 659468 h 946393"/>
                <a:gd name="connsiteX95" fmla="*/ 63632 w 1836896"/>
                <a:gd name="connsiteY95" fmla="*/ 813573 h 946393"/>
                <a:gd name="connsiteX96" fmla="*/ 90365 w 1836896"/>
                <a:gd name="connsiteY96" fmla="*/ 848955 h 946393"/>
                <a:gd name="connsiteX97" fmla="*/ 121815 w 1836896"/>
                <a:gd name="connsiteY97" fmla="*/ 852100 h 946393"/>
                <a:gd name="connsiteX98" fmla="*/ 137540 w 1836896"/>
                <a:gd name="connsiteY98" fmla="*/ 824581 h 946393"/>
                <a:gd name="connsiteX99" fmla="*/ 134395 w 1836896"/>
                <a:gd name="connsiteY99" fmla="*/ 798634 h 946393"/>
                <a:gd name="connsiteX100" fmla="*/ 134395 w 1836896"/>
                <a:gd name="connsiteY100" fmla="*/ 749887 h 946393"/>
                <a:gd name="connsiteX101" fmla="*/ 194150 w 1836896"/>
                <a:gd name="connsiteY101" fmla="*/ 686201 h 946393"/>
                <a:gd name="connsiteX102" fmla="*/ 220096 w 1836896"/>
                <a:gd name="connsiteY102" fmla="*/ 680697 h 946393"/>
                <a:gd name="connsiteX103" fmla="*/ 312874 w 1836896"/>
                <a:gd name="connsiteY103" fmla="*/ 742811 h 946393"/>
                <a:gd name="connsiteX104" fmla="*/ 320736 w 1836896"/>
                <a:gd name="connsiteY104" fmla="*/ 790772 h 946393"/>
                <a:gd name="connsiteX105" fmla="*/ 329385 w 1836896"/>
                <a:gd name="connsiteY105" fmla="*/ 821436 h 946393"/>
                <a:gd name="connsiteX106" fmla="*/ 1271314 w 1836896"/>
                <a:gd name="connsiteY106" fmla="*/ 681483 h 946393"/>
                <a:gd name="connsiteX107" fmla="*/ 627374 w 1836896"/>
                <a:gd name="connsiteY107" fmla="*/ 679124 h 946393"/>
                <a:gd name="connsiteX108" fmla="*/ 600642 w 1836896"/>
                <a:gd name="connsiteY108" fmla="*/ 680697 h 946393"/>
                <a:gd name="connsiteX109" fmla="*/ 618725 w 1836896"/>
                <a:gd name="connsiteY109" fmla="*/ 725513 h 946393"/>
                <a:gd name="connsiteX110" fmla="*/ 626588 w 1836896"/>
                <a:gd name="connsiteY110" fmla="*/ 727872 h 946393"/>
                <a:gd name="connsiteX111" fmla="*/ 886051 w 1836896"/>
                <a:gd name="connsiteY111" fmla="*/ 730231 h 946393"/>
                <a:gd name="connsiteX112" fmla="*/ 1250871 w 1836896"/>
                <a:gd name="connsiteY112" fmla="*/ 729444 h 946393"/>
                <a:gd name="connsiteX113" fmla="*/ 1254802 w 1836896"/>
                <a:gd name="connsiteY113" fmla="*/ 728658 h 946393"/>
                <a:gd name="connsiteX114" fmla="*/ 1260306 w 1836896"/>
                <a:gd name="connsiteY114" fmla="*/ 724727 h 946393"/>
                <a:gd name="connsiteX115" fmla="*/ 1271314 w 1836896"/>
                <a:gd name="connsiteY115" fmla="*/ 681483 h 946393"/>
                <a:gd name="connsiteX116" fmla="*/ 1533922 w 1836896"/>
                <a:gd name="connsiteY116" fmla="*/ 804138 h 946393"/>
                <a:gd name="connsiteX117" fmla="*/ 1536280 w 1836896"/>
                <a:gd name="connsiteY117" fmla="*/ 776619 h 946393"/>
                <a:gd name="connsiteX118" fmla="*/ 1537067 w 1836896"/>
                <a:gd name="connsiteY118" fmla="*/ 738879 h 946393"/>
                <a:gd name="connsiteX119" fmla="*/ 1601539 w 1836896"/>
                <a:gd name="connsiteY119" fmla="*/ 667331 h 946393"/>
                <a:gd name="connsiteX120" fmla="*/ 1646356 w 1836896"/>
                <a:gd name="connsiteY120" fmla="*/ 666544 h 946393"/>
                <a:gd name="connsiteX121" fmla="*/ 1710828 w 1836896"/>
                <a:gd name="connsiteY121" fmla="*/ 734162 h 946393"/>
                <a:gd name="connsiteX122" fmla="*/ 1712401 w 1836896"/>
                <a:gd name="connsiteY122" fmla="*/ 764039 h 946393"/>
                <a:gd name="connsiteX123" fmla="*/ 1714759 w 1836896"/>
                <a:gd name="connsiteY123" fmla="*/ 786841 h 946393"/>
                <a:gd name="connsiteX124" fmla="*/ 1729698 w 1836896"/>
                <a:gd name="connsiteY124" fmla="*/ 806497 h 946393"/>
                <a:gd name="connsiteX125" fmla="*/ 1760362 w 1836896"/>
                <a:gd name="connsiteY125" fmla="*/ 798634 h 946393"/>
                <a:gd name="connsiteX126" fmla="*/ 1776087 w 1836896"/>
                <a:gd name="connsiteY126" fmla="*/ 769543 h 946393"/>
                <a:gd name="connsiteX127" fmla="*/ 1722622 w 1836896"/>
                <a:gd name="connsiteY127" fmla="*/ 624873 h 946393"/>
                <a:gd name="connsiteX128" fmla="*/ 1525273 w 1836896"/>
                <a:gd name="connsiteY128" fmla="*/ 619369 h 946393"/>
                <a:gd name="connsiteX129" fmla="*/ 1472594 w 1836896"/>
                <a:gd name="connsiteY129" fmla="*/ 689346 h 946393"/>
                <a:gd name="connsiteX130" fmla="*/ 1478884 w 1836896"/>
                <a:gd name="connsiteY130" fmla="*/ 775047 h 946393"/>
                <a:gd name="connsiteX131" fmla="*/ 1533922 w 1836896"/>
                <a:gd name="connsiteY131" fmla="*/ 804138 h 946393"/>
                <a:gd name="connsiteX132" fmla="*/ 1609402 w 1836896"/>
                <a:gd name="connsiteY132" fmla="*/ 300151 h 946393"/>
                <a:gd name="connsiteX133" fmla="*/ 1567730 w 1836896"/>
                <a:gd name="connsiteY133" fmla="*/ 336319 h 946393"/>
                <a:gd name="connsiteX134" fmla="*/ 1527632 w 1836896"/>
                <a:gd name="connsiteY134" fmla="*/ 375631 h 946393"/>
                <a:gd name="connsiteX135" fmla="*/ 1558295 w 1836896"/>
                <a:gd name="connsiteY135" fmla="*/ 425165 h 946393"/>
                <a:gd name="connsiteX136" fmla="*/ 1608615 w 1836896"/>
                <a:gd name="connsiteY136" fmla="*/ 412585 h 946393"/>
                <a:gd name="connsiteX137" fmla="*/ 1659722 w 1836896"/>
                <a:gd name="connsiteY137" fmla="*/ 394501 h 946393"/>
                <a:gd name="connsiteX138" fmla="*/ 1609402 w 1836896"/>
                <a:gd name="connsiteY138" fmla="*/ 300151 h 946393"/>
                <a:gd name="connsiteX139" fmla="*/ 326240 w 1836896"/>
                <a:gd name="connsiteY139" fmla="*/ 374059 h 946393"/>
                <a:gd name="connsiteX140" fmla="*/ 240539 w 1836896"/>
                <a:gd name="connsiteY140" fmla="*/ 302510 h 946393"/>
                <a:gd name="connsiteX141" fmla="*/ 193364 w 1836896"/>
                <a:gd name="connsiteY141" fmla="*/ 403150 h 946393"/>
                <a:gd name="connsiteX142" fmla="*/ 297935 w 1836896"/>
                <a:gd name="connsiteY142" fmla="*/ 429096 h 946393"/>
                <a:gd name="connsiteX143" fmla="*/ 326240 w 1836896"/>
                <a:gd name="connsiteY143" fmla="*/ 374059 h 946393"/>
                <a:gd name="connsiteX144" fmla="*/ 371056 w 1836896"/>
                <a:gd name="connsiteY144" fmla="*/ 193221 h 946393"/>
                <a:gd name="connsiteX145" fmla="*/ 279065 w 1836896"/>
                <a:gd name="connsiteY145" fmla="*/ 256908 h 946393"/>
                <a:gd name="connsiteX146" fmla="*/ 367125 w 1836896"/>
                <a:gd name="connsiteY146" fmla="*/ 328456 h 946393"/>
                <a:gd name="connsiteX147" fmla="*/ 402506 w 1836896"/>
                <a:gd name="connsiteY147" fmla="*/ 303296 h 946393"/>
                <a:gd name="connsiteX148" fmla="*/ 371056 w 1836896"/>
                <a:gd name="connsiteY148" fmla="*/ 193221 h 946393"/>
                <a:gd name="connsiteX149" fmla="*/ 1488319 w 1836896"/>
                <a:gd name="connsiteY149" fmla="*/ 327670 h 946393"/>
                <a:gd name="connsiteX150" fmla="*/ 1572448 w 1836896"/>
                <a:gd name="connsiteY150" fmla="*/ 252976 h 946393"/>
                <a:gd name="connsiteX151" fmla="*/ 1478884 w 1836896"/>
                <a:gd name="connsiteY151" fmla="*/ 195580 h 946393"/>
                <a:gd name="connsiteX152" fmla="*/ 1464731 w 1836896"/>
                <a:gd name="connsiteY152" fmla="*/ 249045 h 946393"/>
                <a:gd name="connsiteX153" fmla="*/ 1453724 w 1836896"/>
                <a:gd name="connsiteY153" fmla="*/ 304083 h 946393"/>
                <a:gd name="connsiteX154" fmla="*/ 1488319 w 1836896"/>
                <a:gd name="connsiteY154" fmla="*/ 327670 h 946393"/>
                <a:gd name="connsiteX155" fmla="*/ 1577952 w 1836896"/>
                <a:gd name="connsiteY155" fmla="*/ 538385 h 946393"/>
                <a:gd name="connsiteX156" fmla="*/ 1679378 w 1836896"/>
                <a:gd name="connsiteY156" fmla="*/ 540744 h 946393"/>
                <a:gd name="connsiteX157" fmla="*/ 1678592 w 1836896"/>
                <a:gd name="connsiteY157" fmla="*/ 474699 h 946393"/>
                <a:gd name="connsiteX158" fmla="*/ 1670729 w 1836896"/>
                <a:gd name="connsiteY158" fmla="*/ 455829 h 946393"/>
                <a:gd name="connsiteX159" fmla="*/ 1573234 w 1836896"/>
                <a:gd name="connsiteY159" fmla="*/ 482562 h 946393"/>
                <a:gd name="connsiteX160" fmla="*/ 1577952 w 1836896"/>
                <a:gd name="connsiteY160" fmla="*/ 538385 h 946393"/>
                <a:gd name="connsiteX161" fmla="*/ 1343649 w 1836896"/>
                <a:gd name="connsiteY161" fmla="*/ 160985 h 946393"/>
                <a:gd name="connsiteX162" fmla="*/ 1347580 w 1836896"/>
                <a:gd name="connsiteY162" fmla="*/ 275778 h 946393"/>
                <a:gd name="connsiteX163" fmla="*/ 1395541 w 1836896"/>
                <a:gd name="connsiteY163" fmla="*/ 279709 h 946393"/>
                <a:gd name="connsiteX164" fmla="*/ 1419915 w 1836896"/>
                <a:gd name="connsiteY164" fmla="*/ 169634 h 946393"/>
                <a:gd name="connsiteX165" fmla="*/ 1343649 w 1836896"/>
                <a:gd name="connsiteY165" fmla="*/ 160985 h 946393"/>
                <a:gd name="connsiteX166" fmla="*/ 179997 w 1836896"/>
                <a:gd name="connsiteY166" fmla="*/ 459760 h 946393"/>
                <a:gd name="connsiteX167" fmla="*/ 183142 w 1836896"/>
                <a:gd name="connsiteY167" fmla="*/ 551752 h 946393"/>
                <a:gd name="connsiteX168" fmla="*/ 276706 w 1836896"/>
                <a:gd name="connsiteY168" fmla="*/ 543103 h 946393"/>
                <a:gd name="connsiteX169" fmla="*/ 281424 w 1836896"/>
                <a:gd name="connsiteY169" fmla="*/ 515584 h 946393"/>
                <a:gd name="connsiteX170" fmla="*/ 281424 w 1836896"/>
                <a:gd name="connsiteY170" fmla="*/ 485707 h 946393"/>
                <a:gd name="connsiteX171" fmla="*/ 179997 w 1836896"/>
                <a:gd name="connsiteY171" fmla="*/ 459760 h 946393"/>
                <a:gd name="connsiteX172" fmla="*/ 496856 w 1836896"/>
                <a:gd name="connsiteY172" fmla="*/ 277350 h 946393"/>
                <a:gd name="connsiteX173" fmla="*/ 496856 w 1836896"/>
                <a:gd name="connsiteY173" fmla="*/ 172779 h 946393"/>
                <a:gd name="connsiteX174" fmla="*/ 491353 w 1836896"/>
                <a:gd name="connsiteY174" fmla="*/ 159412 h 946393"/>
                <a:gd name="connsiteX175" fmla="*/ 445750 w 1836896"/>
                <a:gd name="connsiteY175" fmla="*/ 167275 h 946393"/>
                <a:gd name="connsiteX176" fmla="*/ 425308 w 1836896"/>
                <a:gd name="connsiteY176" fmla="*/ 176710 h 946393"/>
                <a:gd name="connsiteX177" fmla="*/ 449681 w 1836896"/>
                <a:gd name="connsiteY177" fmla="*/ 264770 h 946393"/>
                <a:gd name="connsiteX178" fmla="*/ 476414 w 1836896"/>
                <a:gd name="connsiteY178" fmla="*/ 282854 h 946393"/>
                <a:gd name="connsiteX179" fmla="*/ 496856 w 1836896"/>
                <a:gd name="connsiteY179" fmla="*/ 277350 h 946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</a:cxnLst>
              <a:rect l="l" t="t" r="r" b="b"/>
              <a:pathLst>
                <a:path w="1836896" h="946393">
                  <a:moveTo>
                    <a:pt x="496856" y="101230"/>
                  </a:moveTo>
                  <a:cubicBezTo>
                    <a:pt x="498429" y="92581"/>
                    <a:pt x="500001" y="83932"/>
                    <a:pt x="500001" y="76070"/>
                  </a:cubicBezTo>
                  <a:cubicBezTo>
                    <a:pt x="500788" y="63490"/>
                    <a:pt x="500001" y="50910"/>
                    <a:pt x="500788" y="38330"/>
                  </a:cubicBezTo>
                  <a:cubicBezTo>
                    <a:pt x="502360" y="14742"/>
                    <a:pt x="508650" y="7666"/>
                    <a:pt x="533024" y="6093"/>
                  </a:cubicBezTo>
                  <a:cubicBezTo>
                    <a:pt x="581772" y="3735"/>
                    <a:pt x="630519" y="590"/>
                    <a:pt x="680053" y="590"/>
                  </a:cubicBezTo>
                  <a:cubicBezTo>
                    <a:pt x="841234" y="-197"/>
                    <a:pt x="1001630" y="-197"/>
                    <a:pt x="1162811" y="590"/>
                  </a:cubicBezTo>
                  <a:cubicBezTo>
                    <a:pt x="1209200" y="590"/>
                    <a:pt x="1255589" y="5307"/>
                    <a:pt x="1301978" y="7666"/>
                  </a:cubicBezTo>
                  <a:cubicBezTo>
                    <a:pt x="1318489" y="8452"/>
                    <a:pt x="1327924" y="17101"/>
                    <a:pt x="1332641" y="31253"/>
                  </a:cubicBezTo>
                  <a:cubicBezTo>
                    <a:pt x="1336573" y="44620"/>
                    <a:pt x="1338145" y="57986"/>
                    <a:pt x="1340504" y="72139"/>
                  </a:cubicBezTo>
                  <a:cubicBezTo>
                    <a:pt x="1342076" y="80787"/>
                    <a:pt x="1342076" y="89436"/>
                    <a:pt x="1343649" y="99657"/>
                  </a:cubicBezTo>
                  <a:cubicBezTo>
                    <a:pt x="1352298" y="101230"/>
                    <a:pt x="1360946" y="104375"/>
                    <a:pt x="1369595" y="104375"/>
                  </a:cubicBezTo>
                  <a:cubicBezTo>
                    <a:pt x="1419129" y="107520"/>
                    <a:pt x="1466304" y="120100"/>
                    <a:pt x="1510334" y="142115"/>
                  </a:cubicBezTo>
                  <a:cubicBezTo>
                    <a:pt x="1625913" y="198725"/>
                    <a:pt x="1697462" y="291503"/>
                    <a:pt x="1725767" y="416517"/>
                  </a:cubicBezTo>
                  <a:cubicBezTo>
                    <a:pt x="1734416" y="455829"/>
                    <a:pt x="1737561" y="495928"/>
                    <a:pt x="1734416" y="536027"/>
                  </a:cubicBezTo>
                  <a:cubicBezTo>
                    <a:pt x="1733629" y="544675"/>
                    <a:pt x="1734416" y="553324"/>
                    <a:pt x="1734416" y="563545"/>
                  </a:cubicBezTo>
                  <a:cubicBezTo>
                    <a:pt x="1743851" y="569835"/>
                    <a:pt x="1753286" y="576125"/>
                    <a:pt x="1761934" y="582415"/>
                  </a:cubicBezTo>
                  <a:cubicBezTo>
                    <a:pt x="1836628" y="637453"/>
                    <a:pt x="1848422" y="716864"/>
                    <a:pt x="1827979" y="790772"/>
                  </a:cubicBezTo>
                  <a:cubicBezTo>
                    <a:pt x="1820903" y="816718"/>
                    <a:pt x="1803606" y="837161"/>
                    <a:pt x="1780804" y="852100"/>
                  </a:cubicBezTo>
                  <a:cubicBezTo>
                    <a:pt x="1734416" y="881977"/>
                    <a:pt x="1662081" y="856031"/>
                    <a:pt x="1658149" y="789986"/>
                  </a:cubicBezTo>
                  <a:cubicBezTo>
                    <a:pt x="1657363" y="775047"/>
                    <a:pt x="1658149" y="759322"/>
                    <a:pt x="1656577" y="744383"/>
                  </a:cubicBezTo>
                  <a:cubicBezTo>
                    <a:pt x="1655004" y="727086"/>
                    <a:pt x="1647142" y="720796"/>
                    <a:pt x="1629058" y="720009"/>
                  </a:cubicBezTo>
                  <a:cubicBezTo>
                    <a:pt x="1625127" y="720009"/>
                    <a:pt x="1621196" y="720009"/>
                    <a:pt x="1618050" y="720009"/>
                  </a:cubicBezTo>
                  <a:cubicBezTo>
                    <a:pt x="1602325" y="721582"/>
                    <a:pt x="1594463" y="727872"/>
                    <a:pt x="1593677" y="742811"/>
                  </a:cubicBezTo>
                  <a:cubicBezTo>
                    <a:pt x="1592890" y="756963"/>
                    <a:pt x="1592890" y="770330"/>
                    <a:pt x="1592890" y="784482"/>
                  </a:cubicBezTo>
                  <a:cubicBezTo>
                    <a:pt x="1592104" y="845023"/>
                    <a:pt x="1559082" y="870970"/>
                    <a:pt x="1499327" y="859176"/>
                  </a:cubicBezTo>
                  <a:cubicBezTo>
                    <a:pt x="1470235" y="853672"/>
                    <a:pt x="1449006" y="837947"/>
                    <a:pt x="1435640" y="811215"/>
                  </a:cubicBezTo>
                  <a:cubicBezTo>
                    <a:pt x="1430923" y="800993"/>
                    <a:pt x="1426991" y="790772"/>
                    <a:pt x="1423846" y="779764"/>
                  </a:cubicBezTo>
                  <a:cubicBezTo>
                    <a:pt x="1413625" y="746742"/>
                    <a:pt x="1413625" y="712147"/>
                    <a:pt x="1419129" y="679124"/>
                  </a:cubicBezTo>
                  <a:cubicBezTo>
                    <a:pt x="1426205" y="632736"/>
                    <a:pt x="1453724" y="599713"/>
                    <a:pt x="1491464" y="572980"/>
                  </a:cubicBezTo>
                  <a:cubicBezTo>
                    <a:pt x="1500899" y="566690"/>
                    <a:pt x="1510334" y="561187"/>
                    <a:pt x="1519769" y="555683"/>
                  </a:cubicBezTo>
                  <a:cubicBezTo>
                    <a:pt x="1527632" y="506935"/>
                    <a:pt x="1511907" y="447180"/>
                    <a:pt x="1481243" y="401578"/>
                  </a:cubicBezTo>
                  <a:cubicBezTo>
                    <a:pt x="1460014" y="370128"/>
                    <a:pt x="1430923" y="348899"/>
                    <a:pt x="1393969" y="339464"/>
                  </a:cubicBezTo>
                  <a:cubicBezTo>
                    <a:pt x="1381389" y="336319"/>
                    <a:pt x="1367236" y="331601"/>
                    <a:pt x="1351511" y="337105"/>
                  </a:cubicBezTo>
                  <a:cubicBezTo>
                    <a:pt x="1350725" y="345754"/>
                    <a:pt x="1349939" y="353616"/>
                    <a:pt x="1349939" y="362265"/>
                  </a:cubicBezTo>
                  <a:cubicBezTo>
                    <a:pt x="1349939" y="435386"/>
                    <a:pt x="1350725" y="507722"/>
                    <a:pt x="1349153" y="580843"/>
                  </a:cubicBezTo>
                  <a:cubicBezTo>
                    <a:pt x="1347580" y="641384"/>
                    <a:pt x="1333428" y="700353"/>
                    <a:pt x="1311413" y="756963"/>
                  </a:cubicBezTo>
                  <a:cubicBezTo>
                    <a:pt x="1279962" y="837947"/>
                    <a:pt x="1220207" y="890626"/>
                    <a:pt x="1138437" y="918931"/>
                  </a:cubicBezTo>
                  <a:cubicBezTo>
                    <a:pt x="1086545" y="937015"/>
                    <a:pt x="1033080" y="943305"/>
                    <a:pt x="978828" y="945663"/>
                  </a:cubicBezTo>
                  <a:cubicBezTo>
                    <a:pt x="922218" y="948022"/>
                    <a:pt x="865608" y="944877"/>
                    <a:pt x="809784" y="933083"/>
                  </a:cubicBezTo>
                  <a:cubicBezTo>
                    <a:pt x="735091" y="917358"/>
                    <a:pt x="669832" y="882763"/>
                    <a:pt x="618725" y="826153"/>
                  </a:cubicBezTo>
                  <a:cubicBezTo>
                    <a:pt x="577840" y="780551"/>
                    <a:pt x="551894" y="726299"/>
                    <a:pt x="534597" y="667331"/>
                  </a:cubicBezTo>
                  <a:cubicBezTo>
                    <a:pt x="514940" y="599713"/>
                    <a:pt x="506291" y="529737"/>
                    <a:pt x="503146" y="458974"/>
                  </a:cubicBezTo>
                  <a:cubicBezTo>
                    <a:pt x="501574" y="418875"/>
                    <a:pt x="499215" y="379563"/>
                    <a:pt x="496856" y="337105"/>
                  </a:cubicBezTo>
                  <a:cubicBezTo>
                    <a:pt x="487421" y="337105"/>
                    <a:pt x="480345" y="336319"/>
                    <a:pt x="473269" y="337105"/>
                  </a:cubicBezTo>
                  <a:cubicBezTo>
                    <a:pt x="434743" y="344968"/>
                    <a:pt x="403293" y="363838"/>
                    <a:pt x="380491" y="396074"/>
                  </a:cubicBezTo>
                  <a:cubicBezTo>
                    <a:pt x="346682" y="444035"/>
                    <a:pt x="332530" y="497500"/>
                    <a:pt x="337247" y="557255"/>
                  </a:cubicBezTo>
                  <a:cubicBezTo>
                    <a:pt x="347469" y="563545"/>
                    <a:pt x="357690" y="569049"/>
                    <a:pt x="366339" y="575339"/>
                  </a:cubicBezTo>
                  <a:cubicBezTo>
                    <a:pt x="412728" y="606789"/>
                    <a:pt x="439460" y="650819"/>
                    <a:pt x="444178" y="706643"/>
                  </a:cubicBezTo>
                  <a:cubicBezTo>
                    <a:pt x="446536" y="738879"/>
                    <a:pt x="448109" y="771902"/>
                    <a:pt x="437101" y="803352"/>
                  </a:cubicBezTo>
                  <a:cubicBezTo>
                    <a:pt x="421376" y="848955"/>
                    <a:pt x="382064" y="878046"/>
                    <a:pt x="334102" y="876473"/>
                  </a:cubicBezTo>
                  <a:cubicBezTo>
                    <a:pt x="309729" y="875687"/>
                    <a:pt x="290072" y="864680"/>
                    <a:pt x="279851" y="841878"/>
                  </a:cubicBezTo>
                  <a:cubicBezTo>
                    <a:pt x="273561" y="828512"/>
                    <a:pt x="271202" y="813573"/>
                    <a:pt x="268057" y="798634"/>
                  </a:cubicBezTo>
                  <a:cubicBezTo>
                    <a:pt x="264912" y="782909"/>
                    <a:pt x="263340" y="766398"/>
                    <a:pt x="259409" y="750673"/>
                  </a:cubicBezTo>
                  <a:cubicBezTo>
                    <a:pt x="257050" y="740452"/>
                    <a:pt x="248401" y="734162"/>
                    <a:pt x="237394" y="733376"/>
                  </a:cubicBezTo>
                  <a:cubicBezTo>
                    <a:pt x="231104" y="733376"/>
                    <a:pt x="224814" y="734162"/>
                    <a:pt x="218524" y="734948"/>
                  </a:cubicBezTo>
                  <a:cubicBezTo>
                    <a:pt x="196509" y="736521"/>
                    <a:pt x="190219" y="750673"/>
                    <a:pt x="190219" y="767971"/>
                  </a:cubicBezTo>
                  <a:cubicBezTo>
                    <a:pt x="191005" y="785268"/>
                    <a:pt x="193364" y="802566"/>
                    <a:pt x="194936" y="820650"/>
                  </a:cubicBezTo>
                  <a:cubicBezTo>
                    <a:pt x="197295" y="857603"/>
                    <a:pt x="181570" y="884336"/>
                    <a:pt x="149333" y="900061"/>
                  </a:cubicBezTo>
                  <a:cubicBezTo>
                    <a:pt x="117097" y="915786"/>
                    <a:pt x="85647" y="911068"/>
                    <a:pt x="57342" y="889053"/>
                  </a:cubicBezTo>
                  <a:cubicBezTo>
                    <a:pt x="29823" y="868611"/>
                    <a:pt x="14098" y="840306"/>
                    <a:pt x="6236" y="807283"/>
                  </a:cubicBezTo>
                  <a:cubicBezTo>
                    <a:pt x="-15779" y="715292"/>
                    <a:pt x="22747" y="639812"/>
                    <a:pt x="86433" y="595782"/>
                  </a:cubicBezTo>
                  <a:cubicBezTo>
                    <a:pt x="99013" y="587133"/>
                    <a:pt x="110807" y="578484"/>
                    <a:pt x="122601" y="570622"/>
                  </a:cubicBezTo>
                  <a:cubicBezTo>
                    <a:pt x="121815" y="526592"/>
                    <a:pt x="120242" y="485707"/>
                    <a:pt x="125746" y="444035"/>
                  </a:cubicBezTo>
                  <a:cubicBezTo>
                    <a:pt x="150120" y="264770"/>
                    <a:pt x="283782" y="135039"/>
                    <a:pt x="441033" y="107520"/>
                  </a:cubicBezTo>
                  <a:cubicBezTo>
                    <a:pt x="458330" y="108306"/>
                    <a:pt x="477200" y="105161"/>
                    <a:pt x="496856" y="101230"/>
                  </a:cubicBezTo>
                  <a:close/>
                  <a:moveTo>
                    <a:pt x="555039" y="60345"/>
                  </a:moveTo>
                  <a:cubicBezTo>
                    <a:pt x="555039" y="92581"/>
                    <a:pt x="555039" y="120100"/>
                    <a:pt x="555039" y="147619"/>
                  </a:cubicBezTo>
                  <a:cubicBezTo>
                    <a:pt x="553467" y="273419"/>
                    <a:pt x="550322" y="398433"/>
                    <a:pt x="563688" y="524233"/>
                  </a:cubicBezTo>
                  <a:cubicBezTo>
                    <a:pt x="566833" y="557255"/>
                    <a:pt x="569192" y="591850"/>
                    <a:pt x="582558" y="624873"/>
                  </a:cubicBezTo>
                  <a:cubicBezTo>
                    <a:pt x="594352" y="625659"/>
                    <a:pt x="605359" y="626446"/>
                    <a:pt x="616367" y="626446"/>
                  </a:cubicBezTo>
                  <a:cubicBezTo>
                    <a:pt x="662755" y="626446"/>
                    <a:pt x="709144" y="624873"/>
                    <a:pt x="755533" y="624873"/>
                  </a:cubicBezTo>
                  <a:cubicBezTo>
                    <a:pt x="911211" y="624873"/>
                    <a:pt x="1067675" y="624873"/>
                    <a:pt x="1223352" y="624873"/>
                  </a:cubicBezTo>
                  <a:cubicBezTo>
                    <a:pt x="1237505" y="624873"/>
                    <a:pt x="1250871" y="625659"/>
                    <a:pt x="1265024" y="624087"/>
                  </a:cubicBezTo>
                  <a:cubicBezTo>
                    <a:pt x="1272100" y="623300"/>
                    <a:pt x="1279176" y="620942"/>
                    <a:pt x="1286253" y="619369"/>
                  </a:cubicBezTo>
                  <a:cubicBezTo>
                    <a:pt x="1289397" y="594209"/>
                    <a:pt x="1294901" y="570622"/>
                    <a:pt x="1294901" y="547034"/>
                  </a:cubicBezTo>
                  <a:cubicBezTo>
                    <a:pt x="1295688" y="481775"/>
                    <a:pt x="1294115" y="416517"/>
                    <a:pt x="1292543" y="351258"/>
                  </a:cubicBezTo>
                  <a:cubicBezTo>
                    <a:pt x="1291756" y="319808"/>
                    <a:pt x="1288611" y="288358"/>
                    <a:pt x="1287825" y="257694"/>
                  </a:cubicBezTo>
                  <a:cubicBezTo>
                    <a:pt x="1287039" y="205015"/>
                    <a:pt x="1287039" y="152336"/>
                    <a:pt x="1286253" y="99657"/>
                  </a:cubicBezTo>
                  <a:cubicBezTo>
                    <a:pt x="1286253" y="87077"/>
                    <a:pt x="1287039" y="74497"/>
                    <a:pt x="1276818" y="61917"/>
                  </a:cubicBezTo>
                  <a:cubicBezTo>
                    <a:pt x="1039370" y="48551"/>
                    <a:pt x="799563" y="52482"/>
                    <a:pt x="555039" y="60345"/>
                  </a:cubicBezTo>
                  <a:close/>
                  <a:moveTo>
                    <a:pt x="1229642" y="785268"/>
                  </a:moveTo>
                  <a:cubicBezTo>
                    <a:pt x="1037797" y="785268"/>
                    <a:pt x="853814" y="785268"/>
                    <a:pt x="669045" y="785268"/>
                  </a:cubicBezTo>
                  <a:cubicBezTo>
                    <a:pt x="667473" y="785268"/>
                    <a:pt x="666687" y="785268"/>
                    <a:pt x="665900" y="786055"/>
                  </a:cubicBezTo>
                  <a:cubicBezTo>
                    <a:pt x="665114" y="786841"/>
                    <a:pt x="664328" y="788413"/>
                    <a:pt x="662755" y="791558"/>
                  </a:cubicBezTo>
                  <a:cubicBezTo>
                    <a:pt x="667473" y="801780"/>
                    <a:pt x="676908" y="808856"/>
                    <a:pt x="686343" y="816718"/>
                  </a:cubicBezTo>
                  <a:cubicBezTo>
                    <a:pt x="724869" y="848168"/>
                    <a:pt x="768899" y="869397"/>
                    <a:pt x="817647" y="879618"/>
                  </a:cubicBezTo>
                  <a:cubicBezTo>
                    <a:pt x="889196" y="895343"/>
                    <a:pt x="962317" y="895343"/>
                    <a:pt x="1034652" y="886695"/>
                  </a:cubicBezTo>
                  <a:cubicBezTo>
                    <a:pt x="1056667" y="884336"/>
                    <a:pt x="1079468" y="879618"/>
                    <a:pt x="1100697" y="873328"/>
                  </a:cubicBezTo>
                  <a:cubicBezTo>
                    <a:pt x="1144727" y="861535"/>
                    <a:pt x="1184826" y="840306"/>
                    <a:pt x="1215490" y="804925"/>
                  </a:cubicBezTo>
                  <a:cubicBezTo>
                    <a:pt x="1220207" y="800993"/>
                    <a:pt x="1223352" y="795490"/>
                    <a:pt x="1229642" y="785268"/>
                  </a:cubicBezTo>
                  <a:close/>
                  <a:moveTo>
                    <a:pt x="329385" y="821436"/>
                  </a:moveTo>
                  <a:cubicBezTo>
                    <a:pt x="369484" y="817505"/>
                    <a:pt x="380491" y="809642"/>
                    <a:pt x="385995" y="778192"/>
                  </a:cubicBezTo>
                  <a:cubicBezTo>
                    <a:pt x="389140" y="760108"/>
                    <a:pt x="389926" y="740452"/>
                    <a:pt x="388354" y="722368"/>
                  </a:cubicBezTo>
                  <a:cubicBezTo>
                    <a:pt x="383636" y="657109"/>
                    <a:pt x="342751" y="613079"/>
                    <a:pt x="277492" y="604430"/>
                  </a:cubicBezTo>
                  <a:cubicBezTo>
                    <a:pt x="209875" y="594996"/>
                    <a:pt x="150120" y="613865"/>
                    <a:pt x="99800" y="659468"/>
                  </a:cubicBezTo>
                  <a:cubicBezTo>
                    <a:pt x="55770" y="699567"/>
                    <a:pt x="41617" y="754604"/>
                    <a:pt x="63632" y="813573"/>
                  </a:cubicBezTo>
                  <a:cubicBezTo>
                    <a:pt x="69136" y="827726"/>
                    <a:pt x="77785" y="840306"/>
                    <a:pt x="90365" y="848955"/>
                  </a:cubicBezTo>
                  <a:cubicBezTo>
                    <a:pt x="100586" y="856031"/>
                    <a:pt x="110807" y="857603"/>
                    <a:pt x="121815" y="852100"/>
                  </a:cubicBezTo>
                  <a:cubicBezTo>
                    <a:pt x="132822" y="845810"/>
                    <a:pt x="138326" y="837161"/>
                    <a:pt x="137540" y="824581"/>
                  </a:cubicBezTo>
                  <a:cubicBezTo>
                    <a:pt x="136753" y="815932"/>
                    <a:pt x="135181" y="807283"/>
                    <a:pt x="134395" y="798634"/>
                  </a:cubicBezTo>
                  <a:cubicBezTo>
                    <a:pt x="133608" y="782123"/>
                    <a:pt x="132036" y="765612"/>
                    <a:pt x="134395" y="749887"/>
                  </a:cubicBezTo>
                  <a:cubicBezTo>
                    <a:pt x="139898" y="716078"/>
                    <a:pt x="157982" y="691704"/>
                    <a:pt x="194150" y="686201"/>
                  </a:cubicBezTo>
                  <a:cubicBezTo>
                    <a:pt x="202799" y="684628"/>
                    <a:pt x="211447" y="682269"/>
                    <a:pt x="220096" y="680697"/>
                  </a:cubicBezTo>
                  <a:cubicBezTo>
                    <a:pt x="265699" y="674407"/>
                    <a:pt x="304225" y="699567"/>
                    <a:pt x="312874" y="742811"/>
                  </a:cubicBezTo>
                  <a:cubicBezTo>
                    <a:pt x="316019" y="758536"/>
                    <a:pt x="317591" y="775047"/>
                    <a:pt x="320736" y="790772"/>
                  </a:cubicBezTo>
                  <a:cubicBezTo>
                    <a:pt x="323881" y="800993"/>
                    <a:pt x="327026" y="809642"/>
                    <a:pt x="329385" y="821436"/>
                  </a:cubicBezTo>
                  <a:close/>
                  <a:moveTo>
                    <a:pt x="1271314" y="681483"/>
                  </a:moveTo>
                  <a:cubicBezTo>
                    <a:pt x="1235146" y="675979"/>
                    <a:pt x="921432" y="675193"/>
                    <a:pt x="627374" y="679124"/>
                  </a:cubicBezTo>
                  <a:cubicBezTo>
                    <a:pt x="618725" y="679124"/>
                    <a:pt x="610863" y="679911"/>
                    <a:pt x="600642" y="680697"/>
                  </a:cubicBezTo>
                  <a:cubicBezTo>
                    <a:pt x="600642" y="700353"/>
                    <a:pt x="609290" y="712933"/>
                    <a:pt x="618725" y="725513"/>
                  </a:cubicBezTo>
                  <a:cubicBezTo>
                    <a:pt x="621870" y="726299"/>
                    <a:pt x="624229" y="727872"/>
                    <a:pt x="626588" y="727872"/>
                  </a:cubicBezTo>
                  <a:cubicBezTo>
                    <a:pt x="713075" y="728658"/>
                    <a:pt x="799563" y="729444"/>
                    <a:pt x="886051" y="730231"/>
                  </a:cubicBezTo>
                  <a:cubicBezTo>
                    <a:pt x="1007920" y="730231"/>
                    <a:pt x="1129789" y="729444"/>
                    <a:pt x="1250871" y="729444"/>
                  </a:cubicBezTo>
                  <a:cubicBezTo>
                    <a:pt x="1252444" y="729444"/>
                    <a:pt x="1253230" y="729444"/>
                    <a:pt x="1254802" y="728658"/>
                  </a:cubicBezTo>
                  <a:cubicBezTo>
                    <a:pt x="1255589" y="727872"/>
                    <a:pt x="1257161" y="727086"/>
                    <a:pt x="1260306" y="724727"/>
                  </a:cubicBezTo>
                  <a:cubicBezTo>
                    <a:pt x="1267383" y="712933"/>
                    <a:pt x="1273672" y="698781"/>
                    <a:pt x="1271314" y="681483"/>
                  </a:cubicBezTo>
                  <a:close/>
                  <a:moveTo>
                    <a:pt x="1533922" y="804138"/>
                  </a:moveTo>
                  <a:cubicBezTo>
                    <a:pt x="1534708" y="793917"/>
                    <a:pt x="1536280" y="785268"/>
                    <a:pt x="1536280" y="776619"/>
                  </a:cubicBezTo>
                  <a:cubicBezTo>
                    <a:pt x="1537067" y="764039"/>
                    <a:pt x="1536280" y="751459"/>
                    <a:pt x="1537067" y="738879"/>
                  </a:cubicBezTo>
                  <a:cubicBezTo>
                    <a:pt x="1540998" y="697208"/>
                    <a:pt x="1559868" y="675193"/>
                    <a:pt x="1601539" y="667331"/>
                  </a:cubicBezTo>
                  <a:cubicBezTo>
                    <a:pt x="1615692" y="664186"/>
                    <a:pt x="1631417" y="664186"/>
                    <a:pt x="1646356" y="666544"/>
                  </a:cubicBezTo>
                  <a:cubicBezTo>
                    <a:pt x="1683309" y="672048"/>
                    <a:pt x="1706111" y="697208"/>
                    <a:pt x="1710828" y="734162"/>
                  </a:cubicBezTo>
                  <a:cubicBezTo>
                    <a:pt x="1712401" y="744383"/>
                    <a:pt x="1711614" y="754604"/>
                    <a:pt x="1712401" y="764039"/>
                  </a:cubicBezTo>
                  <a:cubicBezTo>
                    <a:pt x="1713187" y="771116"/>
                    <a:pt x="1713187" y="778978"/>
                    <a:pt x="1714759" y="786841"/>
                  </a:cubicBezTo>
                  <a:cubicBezTo>
                    <a:pt x="1716332" y="795490"/>
                    <a:pt x="1720263" y="803352"/>
                    <a:pt x="1729698" y="806497"/>
                  </a:cubicBezTo>
                  <a:cubicBezTo>
                    <a:pt x="1741492" y="810428"/>
                    <a:pt x="1752499" y="808069"/>
                    <a:pt x="1760362" y="798634"/>
                  </a:cubicBezTo>
                  <a:cubicBezTo>
                    <a:pt x="1766652" y="789986"/>
                    <a:pt x="1773728" y="779764"/>
                    <a:pt x="1776087" y="769543"/>
                  </a:cubicBezTo>
                  <a:cubicBezTo>
                    <a:pt x="1790239" y="708216"/>
                    <a:pt x="1774514" y="657109"/>
                    <a:pt x="1722622" y="624873"/>
                  </a:cubicBezTo>
                  <a:cubicBezTo>
                    <a:pt x="1658935" y="585561"/>
                    <a:pt x="1592104" y="583988"/>
                    <a:pt x="1525273" y="619369"/>
                  </a:cubicBezTo>
                  <a:cubicBezTo>
                    <a:pt x="1496968" y="634308"/>
                    <a:pt x="1480457" y="658682"/>
                    <a:pt x="1472594" y="689346"/>
                  </a:cubicBezTo>
                  <a:cubicBezTo>
                    <a:pt x="1464731" y="718437"/>
                    <a:pt x="1470235" y="746742"/>
                    <a:pt x="1478884" y="775047"/>
                  </a:cubicBezTo>
                  <a:cubicBezTo>
                    <a:pt x="1485960" y="800207"/>
                    <a:pt x="1496182" y="805711"/>
                    <a:pt x="1533922" y="804138"/>
                  </a:cubicBezTo>
                  <a:close/>
                  <a:moveTo>
                    <a:pt x="1609402" y="300151"/>
                  </a:moveTo>
                  <a:cubicBezTo>
                    <a:pt x="1595249" y="311945"/>
                    <a:pt x="1581097" y="323739"/>
                    <a:pt x="1567730" y="336319"/>
                  </a:cubicBezTo>
                  <a:cubicBezTo>
                    <a:pt x="1554364" y="348899"/>
                    <a:pt x="1537067" y="357548"/>
                    <a:pt x="1527632" y="375631"/>
                  </a:cubicBezTo>
                  <a:cubicBezTo>
                    <a:pt x="1539425" y="391356"/>
                    <a:pt x="1544143" y="410226"/>
                    <a:pt x="1558295" y="425165"/>
                  </a:cubicBezTo>
                  <a:cubicBezTo>
                    <a:pt x="1575593" y="421234"/>
                    <a:pt x="1592890" y="418089"/>
                    <a:pt x="1608615" y="412585"/>
                  </a:cubicBezTo>
                  <a:cubicBezTo>
                    <a:pt x="1625127" y="406295"/>
                    <a:pt x="1646356" y="410226"/>
                    <a:pt x="1659722" y="394501"/>
                  </a:cubicBezTo>
                  <a:cubicBezTo>
                    <a:pt x="1647928" y="349685"/>
                    <a:pt x="1635348" y="326884"/>
                    <a:pt x="1609402" y="300151"/>
                  </a:cubicBezTo>
                  <a:close/>
                  <a:moveTo>
                    <a:pt x="326240" y="374059"/>
                  </a:moveTo>
                  <a:cubicBezTo>
                    <a:pt x="298721" y="348113"/>
                    <a:pt x="270416" y="326098"/>
                    <a:pt x="240539" y="302510"/>
                  </a:cubicBezTo>
                  <a:cubicBezTo>
                    <a:pt x="216951" y="333174"/>
                    <a:pt x="200440" y="363838"/>
                    <a:pt x="193364" y="403150"/>
                  </a:cubicBezTo>
                  <a:cubicBezTo>
                    <a:pt x="228745" y="411799"/>
                    <a:pt x="262554" y="420448"/>
                    <a:pt x="297935" y="429096"/>
                  </a:cubicBezTo>
                  <a:cubicBezTo>
                    <a:pt x="307370" y="410226"/>
                    <a:pt x="316805" y="392929"/>
                    <a:pt x="326240" y="374059"/>
                  </a:cubicBezTo>
                  <a:close/>
                  <a:moveTo>
                    <a:pt x="371056" y="193221"/>
                  </a:moveTo>
                  <a:cubicBezTo>
                    <a:pt x="333316" y="208160"/>
                    <a:pt x="305011" y="229389"/>
                    <a:pt x="279065" y="256908"/>
                  </a:cubicBezTo>
                  <a:cubicBezTo>
                    <a:pt x="306584" y="284426"/>
                    <a:pt x="333316" y="308800"/>
                    <a:pt x="367125" y="328456"/>
                  </a:cubicBezTo>
                  <a:cubicBezTo>
                    <a:pt x="378919" y="319808"/>
                    <a:pt x="389926" y="311945"/>
                    <a:pt x="402506" y="303296"/>
                  </a:cubicBezTo>
                  <a:cubicBezTo>
                    <a:pt x="391499" y="267915"/>
                    <a:pt x="382064" y="233320"/>
                    <a:pt x="371056" y="193221"/>
                  </a:cubicBezTo>
                  <a:close/>
                  <a:moveTo>
                    <a:pt x="1488319" y="327670"/>
                  </a:moveTo>
                  <a:cubicBezTo>
                    <a:pt x="1519769" y="304083"/>
                    <a:pt x="1548860" y="281281"/>
                    <a:pt x="1572448" y="252976"/>
                  </a:cubicBezTo>
                  <a:cubicBezTo>
                    <a:pt x="1533135" y="214450"/>
                    <a:pt x="1508762" y="199511"/>
                    <a:pt x="1478884" y="195580"/>
                  </a:cubicBezTo>
                  <a:cubicBezTo>
                    <a:pt x="1474166" y="212877"/>
                    <a:pt x="1468663" y="230961"/>
                    <a:pt x="1464731" y="249045"/>
                  </a:cubicBezTo>
                  <a:cubicBezTo>
                    <a:pt x="1461587" y="267129"/>
                    <a:pt x="1449793" y="283640"/>
                    <a:pt x="1453724" y="304083"/>
                  </a:cubicBezTo>
                  <a:cubicBezTo>
                    <a:pt x="1463945" y="311159"/>
                    <a:pt x="1474166" y="318235"/>
                    <a:pt x="1488319" y="327670"/>
                  </a:cubicBezTo>
                  <a:close/>
                  <a:moveTo>
                    <a:pt x="1577952" y="538385"/>
                  </a:moveTo>
                  <a:cubicBezTo>
                    <a:pt x="1614119" y="541530"/>
                    <a:pt x="1645569" y="540744"/>
                    <a:pt x="1679378" y="540744"/>
                  </a:cubicBezTo>
                  <a:cubicBezTo>
                    <a:pt x="1679378" y="517157"/>
                    <a:pt x="1680164" y="495928"/>
                    <a:pt x="1678592" y="474699"/>
                  </a:cubicBezTo>
                  <a:cubicBezTo>
                    <a:pt x="1678592" y="468409"/>
                    <a:pt x="1673088" y="462119"/>
                    <a:pt x="1670729" y="455829"/>
                  </a:cubicBezTo>
                  <a:cubicBezTo>
                    <a:pt x="1636134" y="462119"/>
                    <a:pt x="1604684" y="468409"/>
                    <a:pt x="1573234" y="482562"/>
                  </a:cubicBezTo>
                  <a:cubicBezTo>
                    <a:pt x="1574807" y="500645"/>
                    <a:pt x="1576379" y="517943"/>
                    <a:pt x="1577952" y="538385"/>
                  </a:cubicBezTo>
                  <a:close/>
                  <a:moveTo>
                    <a:pt x="1343649" y="160985"/>
                  </a:moveTo>
                  <a:cubicBezTo>
                    <a:pt x="1347580" y="201870"/>
                    <a:pt x="1342076" y="238824"/>
                    <a:pt x="1347580" y="275778"/>
                  </a:cubicBezTo>
                  <a:cubicBezTo>
                    <a:pt x="1364878" y="282068"/>
                    <a:pt x="1380603" y="284426"/>
                    <a:pt x="1395541" y="279709"/>
                  </a:cubicBezTo>
                  <a:cubicBezTo>
                    <a:pt x="1415198" y="227030"/>
                    <a:pt x="1423060" y="194794"/>
                    <a:pt x="1419915" y="169634"/>
                  </a:cubicBezTo>
                  <a:cubicBezTo>
                    <a:pt x="1397114" y="164130"/>
                    <a:pt x="1373526" y="156267"/>
                    <a:pt x="1343649" y="160985"/>
                  </a:cubicBezTo>
                  <a:close/>
                  <a:moveTo>
                    <a:pt x="179997" y="459760"/>
                  </a:moveTo>
                  <a:cubicBezTo>
                    <a:pt x="177638" y="493569"/>
                    <a:pt x="170562" y="522660"/>
                    <a:pt x="183142" y="551752"/>
                  </a:cubicBezTo>
                  <a:cubicBezTo>
                    <a:pt x="215379" y="548607"/>
                    <a:pt x="246042" y="546248"/>
                    <a:pt x="276706" y="543103"/>
                  </a:cubicBezTo>
                  <a:cubicBezTo>
                    <a:pt x="278279" y="532095"/>
                    <a:pt x="280637" y="524233"/>
                    <a:pt x="281424" y="515584"/>
                  </a:cubicBezTo>
                  <a:cubicBezTo>
                    <a:pt x="282210" y="506149"/>
                    <a:pt x="281424" y="495928"/>
                    <a:pt x="281424" y="485707"/>
                  </a:cubicBezTo>
                  <a:cubicBezTo>
                    <a:pt x="249187" y="471554"/>
                    <a:pt x="216951" y="466050"/>
                    <a:pt x="179997" y="459760"/>
                  </a:cubicBezTo>
                  <a:close/>
                  <a:moveTo>
                    <a:pt x="496856" y="277350"/>
                  </a:moveTo>
                  <a:cubicBezTo>
                    <a:pt x="496856" y="240396"/>
                    <a:pt x="496856" y="206587"/>
                    <a:pt x="496856" y="172779"/>
                  </a:cubicBezTo>
                  <a:cubicBezTo>
                    <a:pt x="496856" y="168061"/>
                    <a:pt x="493711" y="164130"/>
                    <a:pt x="491353" y="159412"/>
                  </a:cubicBezTo>
                  <a:cubicBezTo>
                    <a:pt x="474841" y="161771"/>
                    <a:pt x="459903" y="164130"/>
                    <a:pt x="445750" y="167275"/>
                  </a:cubicBezTo>
                  <a:cubicBezTo>
                    <a:pt x="438674" y="168847"/>
                    <a:pt x="432384" y="173565"/>
                    <a:pt x="425308" y="176710"/>
                  </a:cubicBezTo>
                  <a:cubicBezTo>
                    <a:pt x="433956" y="207374"/>
                    <a:pt x="441033" y="236465"/>
                    <a:pt x="449681" y="264770"/>
                  </a:cubicBezTo>
                  <a:cubicBezTo>
                    <a:pt x="455185" y="282854"/>
                    <a:pt x="459116" y="285213"/>
                    <a:pt x="476414" y="282854"/>
                  </a:cubicBezTo>
                  <a:cubicBezTo>
                    <a:pt x="482704" y="282068"/>
                    <a:pt x="488208" y="279709"/>
                    <a:pt x="496856" y="27735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4850138-AB2E-2CF3-5F3F-86C8C6F03801}"/>
                </a:ext>
              </a:extLst>
            </p:cNvPr>
            <p:cNvSpPr/>
            <p:nvPr/>
          </p:nvSpPr>
          <p:spPr>
            <a:xfrm>
              <a:off x="5115512" y="638966"/>
              <a:ext cx="1640225" cy="987143"/>
            </a:xfrm>
            <a:custGeom>
              <a:avLst/>
              <a:gdLst>
                <a:gd name="connsiteX0" fmla="*/ 1302245 w 1640225"/>
                <a:gd name="connsiteY0" fmla="*/ 454488 h 987143"/>
                <a:gd name="connsiteX1" fmla="*/ 1437480 w 1640225"/>
                <a:gd name="connsiteY1" fmla="*/ 454488 h 987143"/>
                <a:gd name="connsiteX2" fmla="*/ 1453991 w 1640225"/>
                <a:gd name="connsiteY2" fmla="*/ 426183 h 987143"/>
                <a:gd name="connsiteX3" fmla="*/ 1549914 w 1640225"/>
                <a:gd name="connsiteY3" fmla="*/ 386084 h 987143"/>
                <a:gd name="connsiteX4" fmla="*/ 1631684 w 1640225"/>
                <a:gd name="connsiteY4" fmla="*/ 443480 h 987143"/>
                <a:gd name="connsiteX5" fmla="*/ 1601807 w 1640225"/>
                <a:gd name="connsiteY5" fmla="*/ 570067 h 987143"/>
                <a:gd name="connsiteX6" fmla="*/ 1450846 w 1640225"/>
                <a:gd name="connsiteY6" fmla="*/ 544907 h 987143"/>
                <a:gd name="connsiteX7" fmla="*/ 1435907 w 1640225"/>
                <a:gd name="connsiteY7" fmla="*/ 513457 h 987143"/>
                <a:gd name="connsiteX8" fmla="*/ 1309321 w 1640225"/>
                <a:gd name="connsiteY8" fmla="*/ 515029 h 987143"/>
                <a:gd name="connsiteX9" fmla="*/ 1299100 w 1640225"/>
                <a:gd name="connsiteY9" fmla="*/ 555914 h 987143"/>
                <a:gd name="connsiteX10" fmla="*/ 1183521 w 1640225"/>
                <a:gd name="connsiteY10" fmla="*/ 836606 h 987143"/>
                <a:gd name="connsiteX11" fmla="*/ 979096 w 1640225"/>
                <a:gd name="connsiteY11" fmla="*/ 965551 h 987143"/>
                <a:gd name="connsiteX12" fmla="*/ 480612 w 1640225"/>
                <a:gd name="connsiteY12" fmla="*/ 868056 h 987143"/>
                <a:gd name="connsiteX13" fmla="*/ 317072 w 1640225"/>
                <a:gd name="connsiteY13" fmla="*/ 561418 h 987143"/>
                <a:gd name="connsiteX14" fmla="*/ 313927 w 1640225"/>
                <a:gd name="connsiteY14" fmla="*/ 527609 h 987143"/>
                <a:gd name="connsiteX15" fmla="*/ 309210 w 1640225"/>
                <a:gd name="connsiteY15" fmla="*/ 518961 h 987143"/>
                <a:gd name="connsiteX16" fmla="*/ 201493 w 1640225"/>
                <a:gd name="connsiteY16" fmla="*/ 518961 h 987143"/>
                <a:gd name="connsiteX17" fmla="*/ 189700 w 1640225"/>
                <a:gd name="connsiteY17" fmla="*/ 544907 h 987143"/>
                <a:gd name="connsiteX18" fmla="*/ 59968 w 1640225"/>
                <a:gd name="connsiteY18" fmla="*/ 595227 h 987143"/>
                <a:gd name="connsiteX19" fmla="*/ 213 w 1640225"/>
                <a:gd name="connsiteY19" fmla="*/ 500090 h 987143"/>
                <a:gd name="connsiteX20" fmla="*/ 67044 w 1640225"/>
                <a:gd name="connsiteY20" fmla="*/ 418320 h 987143"/>
                <a:gd name="connsiteX21" fmla="*/ 167685 w 1640225"/>
                <a:gd name="connsiteY21" fmla="*/ 443480 h 987143"/>
                <a:gd name="connsiteX22" fmla="*/ 217218 w 1640225"/>
                <a:gd name="connsiteY22" fmla="*/ 463923 h 987143"/>
                <a:gd name="connsiteX23" fmla="*/ 288767 w 1640225"/>
                <a:gd name="connsiteY23" fmla="*/ 463137 h 987143"/>
                <a:gd name="connsiteX24" fmla="*/ 313141 w 1640225"/>
                <a:gd name="connsiteY24" fmla="*/ 459992 h 987143"/>
                <a:gd name="connsiteX25" fmla="*/ 339087 w 1640225"/>
                <a:gd name="connsiteY25" fmla="*/ 352275 h 987143"/>
                <a:gd name="connsiteX26" fmla="*/ 500269 w 1640225"/>
                <a:gd name="connsiteY26" fmla="*/ 111682 h 987143"/>
                <a:gd name="connsiteX27" fmla="*/ 645725 w 1640225"/>
                <a:gd name="connsiteY27" fmla="*/ 33844 h 987143"/>
                <a:gd name="connsiteX28" fmla="*/ 837570 w 1640225"/>
                <a:gd name="connsiteY28" fmla="*/ 35 h 987143"/>
                <a:gd name="connsiteX29" fmla="*/ 1169368 w 1640225"/>
                <a:gd name="connsiteY29" fmla="*/ 143919 h 987143"/>
                <a:gd name="connsiteX30" fmla="*/ 1299886 w 1640225"/>
                <a:gd name="connsiteY30" fmla="*/ 437977 h 987143"/>
                <a:gd name="connsiteX31" fmla="*/ 1302245 w 1640225"/>
                <a:gd name="connsiteY31" fmla="*/ 454488 h 987143"/>
                <a:gd name="connsiteX32" fmla="*/ 841502 w 1640225"/>
                <a:gd name="connsiteY32" fmla="*/ 933315 h 987143"/>
                <a:gd name="connsiteX33" fmla="*/ 923272 w 1640225"/>
                <a:gd name="connsiteY33" fmla="*/ 923880 h 987143"/>
                <a:gd name="connsiteX34" fmla="*/ 1189811 w 1640225"/>
                <a:gd name="connsiteY34" fmla="*/ 732821 h 987143"/>
                <a:gd name="connsiteX35" fmla="*/ 1245635 w 1640225"/>
                <a:gd name="connsiteY35" fmla="*/ 542548 h 987143"/>
                <a:gd name="connsiteX36" fmla="*/ 1163078 w 1640225"/>
                <a:gd name="connsiteY36" fmla="*/ 224903 h 987143"/>
                <a:gd name="connsiteX37" fmla="*/ 843074 w 1640225"/>
                <a:gd name="connsiteY37" fmla="*/ 55859 h 987143"/>
                <a:gd name="connsiteX38" fmla="*/ 655160 w 1640225"/>
                <a:gd name="connsiteY38" fmla="*/ 89667 h 987143"/>
                <a:gd name="connsiteX39" fmla="*/ 477467 w 1640225"/>
                <a:gd name="connsiteY39" fmla="*/ 212323 h 987143"/>
                <a:gd name="connsiteX40" fmla="*/ 379186 w 1640225"/>
                <a:gd name="connsiteY40" fmla="*/ 597586 h 987143"/>
                <a:gd name="connsiteX41" fmla="*/ 518352 w 1640225"/>
                <a:gd name="connsiteY41" fmla="*/ 827957 h 987143"/>
                <a:gd name="connsiteX42" fmla="*/ 841502 w 1640225"/>
                <a:gd name="connsiteY42" fmla="*/ 933315 h 987143"/>
                <a:gd name="connsiteX43" fmla="*/ 1543624 w 1640225"/>
                <a:gd name="connsiteY43" fmla="*/ 441122 h 987143"/>
                <a:gd name="connsiteX44" fmla="*/ 1490945 w 1640225"/>
                <a:gd name="connsiteY44" fmla="*/ 486724 h 987143"/>
                <a:gd name="connsiteX45" fmla="*/ 1507456 w 1640225"/>
                <a:gd name="connsiteY45" fmla="*/ 527609 h 987143"/>
                <a:gd name="connsiteX46" fmla="*/ 1541265 w 1640225"/>
                <a:gd name="connsiteY46" fmla="*/ 539403 h 987143"/>
                <a:gd name="connsiteX47" fmla="*/ 1584509 w 1640225"/>
                <a:gd name="connsiteY47" fmla="*/ 482007 h 987143"/>
                <a:gd name="connsiteX48" fmla="*/ 1543624 w 1640225"/>
                <a:gd name="connsiteY48" fmla="*/ 441122 h 987143"/>
                <a:gd name="connsiteX49" fmla="*/ 96136 w 1640225"/>
                <a:gd name="connsiteY49" fmla="*/ 470999 h 987143"/>
                <a:gd name="connsiteX50" fmla="*/ 56037 w 1640225"/>
                <a:gd name="connsiteY50" fmla="*/ 507953 h 987143"/>
                <a:gd name="connsiteX51" fmla="*/ 93777 w 1640225"/>
                <a:gd name="connsiteY51" fmla="*/ 547266 h 987143"/>
                <a:gd name="connsiteX52" fmla="*/ 137021 w 1640225"/>
                <a:gd name="connsiteY52" fmla="*/ 527609 h 987143"/>
                <a:gd name="connsiteX53" fmla="*/ 142524 w 1640225"/>
                <a:gd name="connsiteY53" fmla="*/ 503235 h 987143"/>
                <a:gd name="connsiteX54" fmla="*/ 96136 w 1640225"/>
                <a:gd name="connsiteY54" fmla="*/ 470999 h 98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640225" h="987143">
                  <a:moveTo>
                    <a:pt x="1302245" y="454488"/>
                  </a:moveTo>
                  <a:cubicBezTo>
                    <a:pt x="1336054" y="460778"/>
                    <a:pt x="1382442" y="460778"/>
                    <a:pt x="1437480" y="454488"/>
                  </a:cubicBezTo>
                  <a:cubicBezTo>
                    <a:pt x="1442984" y="445839"/>
                    <a:pt x="1447701" y="435618"/>
                    <a:pt x="1453991" y="426183"/>
                  </a:cubicBezTo>
                  <a:cubicBezTo>
                    <a:pt x="1477579" y="393160"/>
                    <a:pt x="1511388" y="382939"/>
                    <a:pt x="1549914" y="386084"/>
                  </a:cubicBezTo>
                  <a:cubicBezTo>
                    <a:pt x="1587654" y="389229"/>
                    <a:pt x="1616745" y="408099"/>
                    <a:pt x="1631684" y="443480"/>
                  </a:cubicBezTo>
                  <a:cubicBezTo>
                    <a:pt x="1646623" y="478075"/>
                    <a:pt x="1645050" y="536258"/>
                    <a:pt x="1601807" y="570067"/>
                  </a:cubicBezTo>
                  <a:cubicBezTo>
                    <a:pt x="1542838" y="616456"/>
                    <a:pt x="1485441" y="599944"/>
                    <a:pt x="1450846" y="544907"/>
                  </a:cubicBezTo>
                  <a:cubicBezTo>
                    <a:pt x="1445342" y="535472"/>
                    <a:pt x="1441411" y="524464"/>
                    <a:pt x="1435907" y="513457"/>
                  </a:cubicBezTo>
                  <a:cubicBezTo>
                    <a:pt x="1393450" y="514243"/>
                    <a:pt x="1350992" y="515029"/>
                    <a:pt x="1309321" y="515029"/>
                  </a:cubicBezTo>
                  <a:cubicBezTo>
                    <a:pt x="1299886" y="528396"/>
                    <a:pt x="1300672" y="542548"/>
                    <a:pt x="1299100" y="555914"/>
                  </a:cubicBezTo>
                  <a:cubicBezTo>
                    <a:pt x="1289665" y="661272"/>
                    <a:pt x="1251925" y="755622"/>
                    <a:pt x="1183521" y="836606"/>
                  </a:cubicBezTo>
                  <a:cubicBezTo>
                    <a:pt x="1129270" y="901078"/>
                    <a:pt x="1060079" y="944322"/>
                    <a:pt x="979096" y="965551"/>
                  </a:cubicBezTo>
                  <a:cubicBezTo>
                    <a:pt x="798258" y="1012726"/>
                    <a:pt x="629214" y="983635"/>
                    <a:pt x="480612" y="868056"/>
                  </a:cubicBezTo>
                  <a:cubicBezTo>
                    <a:pt x="381545" y="791003"/>
                    <a:pt x="328080" y="687218"/>
                    <a:pt x="317072" y="561418"/>
                  </a:cubicBezTo>
                  <a:cubicBezTo>
                    <a:pt x="316286" y="550411"/>
                    <a:pt x="315500" y="538617"/>
                    <a:pt x="313927" y="527609"/>
                  </a:cubicBezTo>
                  <a:cubicBezTo>
                    <a:pt x="313927" y="525251"/>
                    <a:pt x="311568" y="522892"/>
                    <a:pt x="309210" y="518961"/>
                  </a:cubicBezTo>
                  <a:cubicBezTo>
                    <a:pt x="274615" y="518961"/>
                    <a:pt x="238447" y="518961"/>
                    <a:pt x="201493" y="518961"/>
                  </a:cubicBezTo>
                  <a:cubicBezTo>
                    <a:pt x="197562" y="527609"/>
                    <a:pt x="194417" y="536258"/>
                    <a:pt x="189700" y="544907"/>
                  </a:cubicBezTo>
                  <a:cubicBezTo>
                    <a:pt x="166898" y="588937"/>
                    <a:pt x="112647" y="610166"/>
                    <a:pt x="59968" y="595227"/>
                  </a:cubicBezTo>
                  <a:cubicBezTo>
                    <a:pt x="29304" y="586578"/>
                    <a:pt x="-2932" y="550411"/>
                    <a:pt x="213" y="500090"/>
                  </a:cubicBezTo>
                  <a:cubicBezTo>
                    <a:pt x="1786" y="461564"/>
                    <a:pt x="28518" y="427755"/>
                    <a:pt x="67044" y="418320"/>
                  </a:cubicBezTo>
                  <a:cubicBezTo>
                    <a:pt x="104784" y="408885"/>
                    <a:pt x="140166" y="414389"/>
                    <a:pt x="167685" y="443480"/>
                  </a:cubicBezTo>
                  <a:cubicBezTo>
                    <a:pt x="181837" y="458419"/>
                    <a:pt x="196776" y="464709"/>
                    <a:pt x="217218" y="463923"/>
                  </a:cubicBezTo>
                  <a:cubicBezTo>
                    <a:pt x="240806" y="462350"/>
                    <a:pt x="265180" y="463923"/>
                    <a:pt x="288767" y="463137"/>
                  </a:cubicBezTo>
                  <a:cubicBezTo>
                    <a:pt x="297416" y="463137"/>
                    <a:pt x="306065" y="460778"/>
                    <a:pt x="313141" y="459992"/>
                  </a:cubicBezTo>
                  <a:cubicBezTo>
                    <a:pt x="321790" y="423038"/>
                    <a:pt x="328866" y="386870"/>
                    <a:pt x="339087" y="352275"/>
                  </a:cubicBezTo>
                  <a:cubicBezTo>
                    <a:pt x="370537" y="257925"/>
                    <a:pt x="421644" y="176155"/>
                    <a:pt x="500269" y="111682"/>
                  </a:cubicBezTo>
                  <a:cubicBezTo>
                    <a:pt x="543513" y="76301"/>
                    <a:pt x="593046" y="52714"/>
                    <a:pt x="645725" y="33844"/>
                  </a:cubicBezTo>
                  <a:cubicBezTo>
                    <a:pt x="707839" y="11829"/>
                    <a:pt x="772312" y="-751"/>
                    <a:pt x="837570" y="35"/>
                  </a:cubicBezTo>
                  <a:cubicBezTo>
                    <a:pt x="968088" y="821"/>
                    <a:pt x="1081308" y="45637"/>
                    <a:pt x="1169368" y="143919"/>
                  </a:cubicBezTo>
                  <a:cubicBezTo>
                    <a:pt x="1244848" y="227261"/>
                    <a:pt x="1288879" y="325543"/>
                    <a:pt x="1299886" y="437977"/>
                  </a:cubicBezTo>
                  <a:cubicBezTo>
                    <a:pt x="1300672" y="442694"/>
                    <a:pt x="1301459" y="447412"/>
                    <a:pt x="1302245" y="454488"/>
                  </a:cubicBezTo>
                  <a:close/>
                  <a:moveTo>
                    <a:pt x="841502" y="933315"/>
                  </a:moveTo>
                  <a:cubicBezTo>
                    <a:pt x="858799" y="931742"/>
                    <a:pt x="891822" y="930170"/>
                    <a:pt x="923272" y="923880"/>
                  </a:cubicBezTo>
                  <a:cubicBezTo>
                    <a:pt x="1040423" y="901078"/>
                    <a:pt x="1130842" y="838965"/>
                    <a:pt x="1189811" y="732821"/>
                  </a:cubicBezTo>
                  <a:cubicBezTo>
                    <a:pt x="1222047" y="673852"/>
                    <a:pt x="1240131" y="609379"/>
                    <a:pt x="1245635" y="542548"/>
                  </a:cubicBezTo>
                  <a:cubicBezTo>
                    <a:pt x="1255070" y="426969"/>
                    <a:pt x="1229910" y="320039"/>
                    <a:pt x="1163078" y="224903"/>
                  </a:cubicBezTo>
                  <a:cubicBezTo>
                    <a:pt x="1085239" y="114041"/>
                    <a:pt x="979096" y="57431"/>
                    <a:pt x="843074" y="55859"/>
                  </a:cubicBezTo>
                  <a:cubicBezTo>
                    <a:pt x="777815" y="55072"/>
                    <a:pt x="715701" y="67652"/>
                    <a:pt x="655160" y="89667"/>
                  </a:cubicBezTo>
                  <a:cubicBezTo>
                    <a:pt x="585184" y="114041"/>
                    <a:pt x="523070" y="152568"/>
                    <a:pt x="477467" y="212323"/>
                  </a:cubicBezTo>
                  <a:cubicBezTo>
                    <a:pt x="390194" y="326329"/>
                    <a:pt x="353240" y="454488"/>
                    <a:pt x="379186" y="597586"/>
                  </a:cubicBezTo>
                  <a:cubicBezTo>
                    <a:pt x="395697" y="691936"/>
                    <a:pt x="442872" y="768988"/>
                    <a:pt x="518352" y="827957"/>
                  </a:cubicBezTo>
                  <a:cubicBezTo>
                    <a:pt x="607985" y="898720"/>
                    <a:pt x="712556" y="930170"/>
                    <a:pt x="841502" y="933315"/>
                  </a:cubicBezTo>
                  <a:close/>
                  <a:moveTo>
                    <a:pt x="1543624" y="441122"/>
                  </a:moveTo>
                  <a:cubicBezTo>
                    <a:pt x="1512960" y="439549"/>
                    <a:pt x="1490159" y="459205"/>
                    <a:pt x="1490945" y="486724"/>
                  </a:cubicBezTo>
                  <a:cubicBezTo>
                    <a:pt x="1491731" y="501663"/>
                    <a:pt x="1497235" y="515815"/>
                    <a:pt x="1507456" y="527609"/>
                  </a:cubicBezTo>
                  <a:cubicBezTo>
                    <a:pt x="1516891" y="537831"/>
                    <a:pt x="1527899" y="540976"/>
                    <a:pt x="1541265" y="539403"/>
                  </a:cubicBezTo>
                  <a:cubicBezTo>
                    <a:pt x="1567211" y="535472"/>
                    <a:pt x="1587654" y="507953"/>
                    <a:pt x="1584509" y="482007"/>
                  </a:cubicBezTo>
                  <a:cubicBezTo>
                    <a:pt x="1582936" y="459205"/>
                    <a:pt x="1565639" y="442694"/>
                    <a:pt x="1543624" y="441122"/>
                  </a:cubicBezTo>
                  <a:close/>
                  <a:moveTo>
                    <a:pt x="96136" y="470999"/>
                  </a:moveTo>
                  <a:cubicBezTo>
                    <a:pt x="74121" y="471785"/>
                    <a:pt x="56037" y="488297"/>
                    <a:pt x="56037" y="507953"/>
                  </a:cubicBezTo>
                  <a:cubicBezTo>
                    <a:pt x="56037" y="529182"/>
                    <a:pt x="74121" y="548052"/>
                    <a:pt x="93777" y="547266"/>
                  </a:cubicBezTo>
                  <a:cubicBezTo>
                    <a:pt x="111074" y="546479"/>
                    <a:pt x="125227" y="540189"/>
                    <a:pt x="137021" y="527609"/>
                  </a:cubicBezTo>
                  <a:cubicBezTo>
                    <a:pt x="143311" y="520533"/>
                    <a:pt x="145669" y="512670"/>
                    <a:pt x="142524" y="503235"/>
                  </a:cubicBezTo>
                  <a:cubicBezTo>
                    <a:pt x="136234" y="484365"/>
                    <a:pt x="115792" y="470213"/>
                    <a:pt x="96136" y="470999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95AD33A-DE17-EB50-30E6-4E1997329E0A}"/>
                </a:ext>
              </a:extLst>
            </p:cNvPr>
            <p:cNvSpPr/>
            <p:nvPr/>
          </p:nvSpPr>
          <p:spPr>
            <a:xfrm>
              <a:off x="5848238" y="1870576"/>
              <a:ext cx="110365" cy="104283"/>
            </a:xfrm>
            <a:custGeom>
              <a:avLst/>
              <a:gdLst>
                <a:gd name="connsiteX0" fmla="*/ 110349 w 110365"/>
                <a:gd name="connsiteY0" fmla="*/ 47656 h 104283"/>
                <a:gd name="connsiteX1" fmla="*/ 53738 w 110365"/>
                <a:gd name="connsiteY1" fmla="*/ 104266 h 104283"/>
                <a:gd name="connsiteX2" fmla="*/ 273 w 110365"/>
                <a:gd name="connsiteY2" fmla="*/ 45297 h 104283"/>
                <a:gd name="connsiteX3" fmla="*/ 9708 w 110365"/>
                <a:gd name="connsiteY3" fmla="*/ 21709 h 104283"/>
                <a:gd name="connsiteX4" fmla="*/ 87547 w 110365"/>
                <a:gd name="connsiteY4" fmla="*/ 7557 h 104283"/>
                <a:gd name="connsiteX5" fmla="*/ 110349 w 110365"/>
                <a:gd name="connsiteY5" fmla="*/ 47656 h 104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365" h="104283">
                  <a:moveTo>
                    <a:pt x="110349" y="47656"/>
                  </a:moveTo>
                  <a:cubicBezTo>
                    <a:pt x="111135" y="79106"/>
                    <a:pt x="84402" y="105052"/>
                    <a:pt x="53738" y="104266"/>
                  </a:cubicBezTo>
                  <a:cubicBezTo>
                    <a:pt x="21502" y="103480"/>
                    <a:pt x="-2872" y="78319"/>
                    <a:pt x="273" y="45297"/>
                  </a:cubicBezTo>
                  <a:cubicBezTo>
                    <a:pt x="1060" y="37434"/>
                    <a:pt x="4991" y="27999"/>
                    <a:pt x="9708" y="21709"/>
                  </a:cubicBezTo>
                  <a:cubicBezTo>
                    <a:pt x="26220" y="-306"/>
                    <a:pt x="63173" y="-6596"/>
                    <a:pt x="87547" y="7557"/>
                  </a:cubicBezTo>
                  <a:cubicBezTo>
                    <a:pt x="102486" y="16992"/>
                    <a:pt x="110349" y="30358"/>
                    <a:pt x="110349" y="47656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64D6EAB-9FBC-43E1-292D-84BD4C7C4E64}"/>
                </a:ext>
              </a:extLst>
            </p:cNvPr>
            <p:cNvSpPr/>
            <p:nvPr/>
          </p:nvSpPr>
          <p:spPr>
            <a:xfrm>
              <a:off x="6023827" y="1872174"/>
              <a:ext cx="103824" cy="99539"/>
            </a:xfrm>
            <a:custGeom>
              <a:avLst/>
              <a:gdLst>
                <a:gd name="connsiteX0" fmla="*/ 55056 w 103824"/>
                <a:gd name="connsiteY0" fmla="*/ 455 h 99539"/>
                <a:gd name="connsiteX1" fmla="*/ 103803 w 103824"/>
                <a:gd name="connsiteY1" fmla="*/ 46058 h 99539"/>
                <a:gd name="connsiteX2" fmla="*/ 46407 w 103824"/>
                <a:gd name="connsiteY2" fmla="*/ 99523 h 99539"/>
                <a:gd name="connsiteX3" fmla="*/ 18 w 103824"/>
                <a:gd name="connsiteY3" fmla="*/ 49989 h 99539"/>
                <a:gd name="connsiteX4" fmla="*/ 55056 w 103824"/>
                <a:gd name="connsiteY4" fmla="*/ 455 h 99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3824" h="99539">
                  <a:moveTo>
                    <a:pt x="55056" y="455"/>
                  </a:moveTo>
                  <a:cubicBezTo>
                    <a:pt x="83361" y="-3476"/>
                    <a:pt x="104589" y="24829"/>
                    <a:pt x="103803" y="46058"/>
                  </a:cubicBezTo>
                  <a:cubicBezTo>
                    <a:pt x="103017" y="73577"/>
                    <a:pt x="73926" y="100309"/>
                    <a:pt x="46407" y="99523"/>
                  </a:cubicBezTo>
                  <a:cubicBezTo>
                    <a:pt x="22033" y="98737"/>
                    <a:pt x="18" y="74363"/>
                    <a:pt x="18" y="49989"/>
                  </a:cubicBezTo>
                  <a:cubicBezTo>
                    <a:pt x="-768" y="28760"/>
                    <a:pt x="24392" y="-4262"/>
                    <a:pt x="55056" y="455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06B82C3-4F8A-2A54-E002-E3FCFB5C38B7}"/>
                </a:ext>
              </a:extLst>
            </p:cNvPr>
            <p:cNvSpPr/>
            <p:nvPr/>
          </p:nvSpPr>
          <p:spPr>
            <a:xfrm>
              <a:off x="5673882" y="1869484"/>
              <a:ext cx="99170" cy="102234"/>
            </a:xfrm>
            <a:custGeom>
              <a:avLst/>
              <a:gdLst>
                <a:gd name="connsiteX0" fmla="*/ 51975 w 99170"/>
                <a:gd name="connsiteY0" fmla="*/ 102213 h 102234"/>
                <a:gd name="connsiteX1" fmla="*/ 82 w 99170"/>
                <a:gd name="connsiteY1" fmla="*/ 54251 h 102234"/>
                <a:gd name="connsiteX2" fmla="*/ 48830 w 99170"/>
                <a:gd name="connsiteY2" fmla="*/ 0 h 102234"/>
                <a:gd name="connsiteX3" fmla="*/ 99150 w 99170"/>
                <a:gd name="connsiteY3" fmla="*/ 54251 h 102234"/>
                <a:gd name="connsiteX4" fmla="*/ 51975 w 99170"/>
                <a:gd name="connsiteY4" fmla="*/ 102213 h 102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170" h="102234">
                  <a:moveTo>
                    <a:pt x="51975" y="102213"/>
                  </a:moveTo>
                  <a:cubicBezTo>
                    <a:pt x="23669" y="102999"/>
                    <a:pt x="1654" y="82556"/>
                    <a:pt x="82" y="54251"/>
                  </a:cubicBezTo>
                  <a:cubicBezTo>
                    <a:pt x="-1491" y="23588"/>
                    <a:pt x="19738" y="0"/>
                    <a:pt x="48830" y="0"/>
                  </a:cubicBezTo>
                  <a:cubicBezTo>
                    <a:pt x="75562" y="0"/>
                    <a:pt x="99150" y="25946"/>
                    <a:pt x="99150" y="54251"/>
                  </a:cubicBezTo>
                  <a:cubicBezTo>
                    <a:pt x="99936" y="80198"/>
                    <a:pt x="78707" y="100640"/>
                    <a:pt x="51975" y="10221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9A13B9C-B028-3447-78C1-6CCC14D5E711}"/>
                </a:ext>
              </a:extLst>
            </p:cNvPr>
            <p:cNvSpPr/>
            <p:nvPr/>
          </p:nvSpPr>
          <p:spPr>
            <a:xfrm>
              <a:off x="5796369" y="1170040"/>
              <a:ext cx="235579" cy="97961"/>
            </a:xfrm>
            <a:custGeom>
              <a:avLst/>
              <a:gdLst>
                <a:gd name="connsiteX0" fmla="*/ 129981 w 235579"/>
                <a:gd name="connsiteY0" fmla="*/ 97962 h 97961"/>
                <a:gd name="connsiteX1" fmla="*/ 42707 w 235579"/>
                <a:gd name="connsiteY1" fmla="*/ 78306 h 97961"/>
                <a:gd name="connsiteX2" fmla="*/ 5754 w 235579"/>
                <a:gd name="connsiteY2" fmla="*/ 46856 h 97961"/>
                <a:gd name="connsiteX3" fmla="*/ 7326 w 235579"/>
                <a:gd name="connsiteY3" fmla="*/ 12261 h 97961"/>
                <a:gd name="connsiteX4" fmla="*/ 44280 w 235579"/>
                <a:gd name="connsiteY4" fmla="*/ 8329 h 97961"/>
                <a:gd name="connsiteX5" fmla="*/ 49784 w 235579"/>
                <a:gd name="connsiteY5" fmla="*/ 13047 h 97961"/>
                <a:gd name="connsiteX6" fmla="*/ 147279 w 235579"/>
                <a:gd name="connsiteY6" fmla="*/ 37421 h 97961"/>
                <a:gd name="connsiteX7" fmla="*/ 177156 w 235579"/>
                <a:gd name="connsiteY7" fmla="*/ 22482 h 97961"/>
                <a:gd name="connsiteX8" fmla="*/ 192881 w 235579"/>
                <a:gd name="connsiteY8" fmla="*/ 5971 h 97961"/>
                <a:gd name="connsiteX9" fmla="*/ 221186 w 235579"/>
                <a:gd name="connsiteY9" fmla="*/ 3612 h 97961"/>
                <a:gd name="connsiteX10" fmla="*/ 235339 w 235579"/>
                <a:gd name="connsiteY10" fmla="*/ 27986 h 97961"/>
                <a:gd name="connsiteX11" fmla="*/ 226690 w 235579"/>
                <a:gd name="connsiteY11" fmla="*/ 52359 h 97961"/>
                <a:gd name="connsiteX12" fmla="*/ 174798 w 235579"/>
                <a:gd name="connsiteY12" fmla="*/ 87741 h 97961"/>
                <a:gd name="connsiteX13" fmla="*/ 129981 w 235579"/>
                <a:gd name="connsiteY13" fmla="*/ 97962 h 9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79" h="97961">
                  <a:moveTo>
                    <a:pt x="129981" y="97962"/>
                  </a:moveTo>
                  <a:cubicBezTo>
                    <a:pt x="95386" y="96389"/>
                    <a:pt x="67868" y="90886"/>
                    <a:pt x="42707" y="78306"/>
                  </a:cubicBezTo>
                  <a:cubicBezTo>
                    <a:pt x="27769" y="70443"/>
                    <a:pt x="15189" y="60222"/>
                    <a:pt x="5754" y="46856"/>
                  </a:cubicBezTo>
                  <a:cubicBezTo>
                    <a:pt x="-2895" y="35062"/>
                    <a:pt x="-1323" y="21696"/>
                    <a:pt x="7326" y="12261"/>
                  </a:cubicBezTo>
                  <a:cubicBezTo>
                    <a:pt x="18334" y="467"/>
                    <a:pt x="30914" y="-319"/>
                    <a:pt x="44280" y="8329"/>
                  </a:cubicBezTo>
                  <a:cubicBezTo>
                    <a:pt x="46639" y="9902"/>
                    <a:pt x="48211" y="11474"/>
                    <a:pt x="49784" y="13047"/>
                  </a:cubicBezTo>
                  <a:cubicBezTo>
                    <a:pt x="77303" y="42924"/>
                    <a:pt x="111898" y="42924"/>
                    <a:pt x="147279" y="37421"/>
                  </a:cubicBezTo>
                  <a:cubicBezTo>
                    <a:pt x="157500" y="35848"/>
                    <a:pt x="167721" y="28772"/>
                    <a:pt x="177156" y="22482"/>
                  </a:cubicBezTo>
                  <a:cubicBezTo>
                    <a:pt x="183446" y="18551"/>
                    <a:pt x="187378" y="11474"/>
                    <a:pt x="192881" y="5971"/>
                  </a:cubicBezTo>
                  <a:cubicBezTo>
                    <a:pt x="201530" y="-1106"/>
                    <a:pt x="210965" y="-1892"/>
                    <a:pt x="221186" y="3612"/>
                  </a:cubicBezTo>
                  <a:cubicBezTo>
                    <a:pt x="230621" y="9116"/>
                    <a:pt x="236911" y="16978"/>
                    <a:pt x="235339" y="27986"/>
                  </a:cubicBezTo>
                  <a:cubicBezTo>
                    <a:pt x="233766" y="36634"/>
                    <a:pt x="230621" y="45283"/>
                    <a:pt x="226690" y="52359"/>
                  </a:cubicBezTo>
                  <a:cubicBezTo>
                    <a:pt x="214896" y="71229"/>
                    <a:pt x="195240" y="81451"/>
                    <a:pt x="174798" y="87741"/>
                  </a:cubicBezTo>
                  <a:cubicBezTo>
                    <a:pt x="157500" y="94031"/>
                    <a:pt x="140203" y="95603"/>
                    <a:pt x="129981" y="97962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75BC99-0B67-3502-9464-7C518CA40BB7}"/>
                </a:ext>
              </a:extLst>
            </p:cNvPr>
            <p:cNvSpPr/>
            <p:nvPr/>
          </p:nvSpPr>
          <p:spPr>
            <a:xfrm>
              <a:off x="6089374" y="980829"/>
              <a:ext cx="110591" cy="137661"/>
            </a:xfrm>
            <a:custGeom>
              <a:avLst/>
              <a:gdLst>
                <a:gd name="connsiteX0" fmla="*/ 110591 w 110591"/>
                <a:gd name="connsiteY0" fmla="*/ 70953 h 137661"/>
                <a:gd name="connsiteX1" fmla="*/ 98797 w 110591"/>
                <a:gd name="connsiteY1" fmla="*/ 111052 h 137661"/>
                <a:gd name="connsiteX2" fmla="*/ 25676 w 110591"/>
                <a:gd name="connsiteY2" fmla="*/ 125205 h 137661"/>
                <a:gd name="connsiteX3" fmla="*/ 18600 w 110591"/>
                <a:gd name="connsiteY3" fmla="*/ 17488 h 137661"/>
                <a:gd name="connsiteX4" fmla="*/ 104301 w 110591"/>
                <a:gd name="connsiteY4" fmla="*/ 37931 h 137661"/>
                <a:gd name="connsiteX5" fmla="*/ 110591 w 110591"/>
                <a:gd name="connsiteY5" fmla="*/ 70953 h 137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591" h="137661">
                  <a:moveTo>
                    <a:pt x="110591" y="70953"/>
                  </a:moveTo>
                  <a:cubicBezTo>
                    <a:pt x="107446" y="82747"/>
                    <a:pt x="105874" y="98472"/>
                    <a:pt x="98797" y="111052"/>
                  </a:cubicBezTo>
                  <a:cubicBezTo>
                    <a:pt x="83859" y="140930"/>
                    <a:pt x="52409" y="145647"/>
                    <a:pt x="25676" y="125205"/>
                  </a:cubicBezTo>
                  <a:cubicBezTo>
                    <a:pt x="-8919" y="99258"/>
                    <a:pt x="-5774" y="41862"/>
                    <a:pt x="18600" y="17488"/>
                  </a:cubicBezTo>
                  <a:cubicBezTo>
                    <a:pt x="48477" y="-12389"/>
                    <a:pt x="92507" y="-2954"/>
                    <a:pt x="104301" y="37931"/>
                  </a:cubicBezTo>
                  <a:cubicBezTo>
                    <a:pt x="107446" y="47366"/>
                    <a:pt x="108232" y="57587"/>
                    <a:pt x="110591" y="7095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54D486-B258-0819-1A74-66AE3B9DFC92}"/>
                </a:ext>
              </a:extLst>
            </p:cNvPr>
            <p:cNvSpPr/>
            <p:nvPr/>
          </p:nvSpPr>
          <p:spPr>
            <a:xfrm>
              <a:off x="5631432" y="981005"/>
              <a:ext cx="111103" cy="134992"/>
            </a:xfrm>
            <a:custGeom>
              <a:avLst/>
              <a:gdLst>
                <a:gd name="connsiteX0" fmla="*/ 74 w 111103"/>
                <a:gd name="connsiteY0" fmla="*/ 66060 h 134992"/>
                <a:gd name="connsiteX1" fmla="*/ 16585 w 111103"/>
                <a:gd name="connsiteY1" fmla="*/ 18099 h 134992"/>
                <a:gd name="connsiteX2" fmla="*/ 83416 w 111103"/>
                <a:gd name="connsiteY2" fmla="*/ 11809 h 134992"/>
                <a:gd name="connsiteX3" fmla="*/ 72409 w 111103"/>
                <a:gd name="connsiteY3" fmla="*/ 130533 h 134992"/>
                <a:gd name="connsiteX4" fmla="*/ 18158 w 111103"/>
                <a:gd name="connsiteY4" fmla="*/ 118739 h 134992"/>
                <a:gd name="connsiteX5" fmla="*/ 74 w 111103"/>
                <a:gd name="connsiteY5" fmla="*/ 66060 h 134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103" h="134992">
                  <a:moveTo>
                    <a:pt x="74" y="66060"/>
                  </a:moveTo>
                  <a:cubicBezTo>
                    <a:pt x="-713" y="48763"/>
                    <a:pt x="4791" y="32251"/>
                    <a:pt x="16585" y="18099"/>
                  </a:cubicBezTo>
                  <a:cubicBezTo>
                    <a:pt x="34669" y="-3130"/>
                    <a:pt x="62188" y="-6275"/>
                    <a:pt x="83416" y="11809"/>
                  </a:cubicBezTo>
                  <a:cubicBezTo>
                    <a:pt x="122729" y="44045"/>
                    <a:pt x="121156" y="110090"/>
                    <a:pt x="72409" y="130533"/>
                  </a:cubicBezTo>
                  <a:cubicBezTo>
                    <a:pt x="51180" y="139181"/>
                    <a:pt x="33883" y="135250"/>
                    <a:pt x="18158" y="118739"/>
                  </a:cubicBezTo>
                  <a:cubicBezTo>
                    <a:pt x="5577" y="105373"/>
                    <a:pt x="74" y="88861"/>
                    <a:pt x="74" y="6606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5" name="Graphic 14" descr="robot to color">
            <a:extLst>
              <a:ext uri="{FF2B5EF4-FFF2-40B4-BE49-F238E27FC236}">
                <a16:creationId xmlns:a16="http://schemas.microsoft.com/office/drawing/2014/main" id="{E805A50F-B6F1-CDAE-26DC-2FC1A995F99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31" r="19568"/>
          <a:stretch/>
        </p:blipFill>
        <p:spPr>
          <a:xfrm rot="8593701">
            <a:off x="7515582" y="-703687"/>
            <a:ext cx="2013917" cy="323093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D6217F-2570-FB04-1454-35371CE3E830}"/>
              </a:ext>
            </a:extLst>
          </p:cNvPr>
          <p:cNvSpPr txBox="1">
            <a:spLocks/>
          </p:cNvSpPr>
          <p:nvPr/>
        </p:nvSpPr>
        <p:spPr>
          <a:xfrm>
            <a:off x="690324" y="2784806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Introduction to REST API</a:t>
            </a:r>
            <a:endParaRPr lang="en-US" sz="6000">
              <a:solidFill>
                <a:schemeClr val="accent2"/>
              </a:solidFill>
            </a:endParaRPr>
          </a:p>
        </p:txBody>
      </p:sp>
      <p:grpSp>
        <p:nvGrpSpPr>
          <p:cNvPr id="13" name="Group 12" descr="Colored robot">
            <a:extLst>
              <a:ext uri="{FF2B5EF4-FFF2-40B4-BE49-F238E27FC236}">
                <a16:creationId xmlns:a16="http://schemas.microsoft.com/office/drawing/2014/main" id="{9D27047D-77D8-65B3-BB62-85FD6549B9CD}"/>
              </a:ext>
            </a:extLst>
          </p:cNvPr>
          <p:cNvGrpSpPr/>
          <p:nvPr/>
        </p:nvGrpSpPr>
        <p:grpSpPr>
          <a:xfrm>
            <a:off x="7087888" y="2812568"/>
            <a:ext cx="2007443" cy="2310759"/>
            <a:chOff x="7087888" y="2812568"/>
            <a:chExt cx="2007443" cy="2310759"/>
          </a:xfrm>
        </p:grpSpPr>
        <p:grpSp>
          <p:nvGrpSpPr>
            <p:cNvPr id="33" name="Graphic 7" descr="colored in robot">
              <a:extLst>
                <a:ext uri="{FF2B5EF4-FFF2-40B4-BE49-F238E27FC236}">
                  <a16:creationId xmlns:a16="http://schemas.microsoft.com/office/drawing/2014/main" id="{7A3A160C-EF55-1B81-39CB-AC9DCDBFAE47}"/>
                </a:ext>
              </a:extLst>
            </p:cNvPr>
            <p:cNvGrpSpPr/>
            <p:nvPr/>
          </p:nvGrpSpPr>
          <p:grpSpPr>
            <a:xfrm rot="21155719">
              <a:off x="7361931" y="3192607"/>
              <a:ext cx="1497461" cy="1253021"/>
              <a:chOff x="7384532" y="3188673"/>
              <a:chExt cx="1497461" cy="1253021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64C326F-EEB6-11D8-6E7A-A041F1C972AE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2B4296E-B65E-E253-4265-71EC5D3DF837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1921161-26FC-9F12-AC99-69F739FD7062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4E40444-5E3F-B803-7496-1B68F577920C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FD552BF6-0537-C478-ADB4-B8717CD21F83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" name="Graphic 7" descr="colored in robot">
              <a:extLst>
                <a:ext uri="{FF2B5EF4-FFF2-40B4-BE49-F238E27FC236}">
                  <a16:creationId xmlns:a16="http://schemas.microsoft.com/office/drawing/2014/main" id="{00E9F7D0-5D20-710D-C691-C794F883D289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2894A887-A102-BD4E-B042-7628113F8677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F2D65D03-1E45-FE0A-55B5-F9A3754420B4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058698B8-4EE7-2BDA-45E7-12895C41CC7D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C884EDB5-5804-B917-F750-45FD06898932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8C5CCC5-EB50-6BD1-0F1C-452497CC2386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9C67803-4A82-A146-A79F-804A29C5ADA2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094BA12-A14C-36AE-703F-79C449C4ECD2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CF5028-DB4F-3D82-6F93-6E9FECE6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0324" y="5952271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A9605CC9-172A-4C2D-FD24-A2EF35613149}"/>
              </a:ext>
            </a:extLst>
          </p:cNvPr>
          <p:cNvGrpSpPr/>
          <p:nvPr/>
        </p:nvGrpSpPr>
        <p:grpSpPr>
          <a:xfrm>
            <a:off x="290557" y="5453256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B608AB10-301E-D1AE-4414-E4728FE0304D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59A66946-4001-D8D0-4BFD-20181ECD46A2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AB538A7-C5F1-862E-0586-32C9D7488F06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DE7CD3C0-3927-DD6B-9804-0D3A6F2C0FB0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CE4CB856-2E46-2676-6E10-2D13DEF58DBF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F7BF12E0-DADC-4E2F-2FB1-E60D08E90A58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101FB8AE-4893-90D9-9159-19B0E90E947B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F52E05F-1E0E-A817-7843-954D6AEF1C1B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F32E3ED-8F42-63D1-792B-D5072671036B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5639E8ED-CA34-03AF-B0B1-E50211388988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682B6BB6-0146-946D-AAB7-A877F928BF46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52F87-468A-EBF8-6407-CA949257B788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463EAC62-17AF-2185-74D0-BDA29EF47B3E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E06132A8-7CA9-1AC2-F1C0-8BB06009AD26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09E94B12-7ACF-CF10-9711-D46CB58891FA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1063077E-376A-7F19-FB66-5933F5EF3A31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5909871B-9587-4ECC-AB2F-7CAF008C7598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C5044F44-6750-B249-A8CB-9506F0E575C5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719BBAE-3ED2-418B-41DA-192153153972}"/>
              </a:ext>
            </a:extLst>
          </p:cNvPr>
          <p:cNvSpPr txBox="1">
            <a:spLocks/>
          </p:cNvSpPr>
          <p:nvPr/>
        </p:nvSpPr>
        <p:spPr>
          <a:xfrm>
            <a:off x="3313372" y="6143340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Presented by</a:t>
            </a:r>
            <a:endParaRPr lang="en-US"/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Jonathan Chung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7C8E4-316B-EFF6-FA43-43E53D742517}"/>
              </a:ext>
            </a:extLst>
          </p:cNvPr>
          <p:cNvSpPr txBox="1">
            <a:spLocks/>
          </p:cNvSpPr>
          <p:nvPr/>
        </p:nvSpPr>
        <p:spPr>
          <a:xfrm>
            <a:off x="6699218" y="6143339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Revision Date</a:t>
            </a:r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26/03/2026</a:t>
            </a:r>
          </a:p>
        </p:txBody>
      </p:sp>
    </p:spTree>
    <p:extLst>
      <p:ext uri="{BB962C8B-B14F-4D97-AF65-F5344CB8AC3E}">
        <p14:creationId xmlns:p14="http://schemas.microsoft.com/office/powerpoint/2010/main" val="3184506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D66E8-99BD-87B9-FC4B-95E556282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CC8D4B2-AEE9-794D-3624-52D92D30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E731D5-42DD-7D7E-143B-E8BC313B8EFE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About Me</a:t>
            </a:r>
            <a:endParaRPr lang="en-US"/>
          </a:p>
        </p:txBody>
      </p: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0C138A5C-1070-DF2D-F0C1-92C3D3273567}"/>
              </a:ext>
            </a:extLst>
          </p:cNvPr>
          <p:cNvGrpSpPr/>
          <p:nvPr/>
        </p:nvGrpSpPr>
        <p:grpSpPr>
          <a:xfrm rot="3240000">
            <a:off x="669325" y="289185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3B992DD4-9946-A88D-A2C5-5843FDBC34B3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4063AD97-3E92-A69C-D4EA-A6CC44A4BCBD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EACE54C-709F-A884-4ECD-F7D622FC94A2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3D04B290-EA8A-AE8A-1B0F-43D2A5806F6E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0E5C0D14-6B44-7E55-3B05-A8A42F109C46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D2E1F9E1-6C90-3AAE-6122-8096478F2F97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52B7791-1239-888B-FB03-46BD85C44DEF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B109E19-E719-5F9A-2A93-966174C7D59E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2A01F37-AB2D-76FF-1E97-C900168301E5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FAF042AD-FF3D-0B8B-1620-544C53FEA65D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16F4CA3-F510-4D41-B869-562D5430FEEF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0F72B-A746-FE62-3E15-232F86FBCA73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88951F5-45BA-FC69-6EE6-951F5F801E52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6F3AD4C0-CA70-B3B3-BE5A-4E1C6F779238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7AE3373A-9F19-40C9-3E18-CA6FFE6BEC26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A271F7E-30C5-22A5-98F6-02151E81495E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C047B4BA-D4A5-D4B5-3339-1E8EC6CEF5C9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B03648A-F6A6-7332-ECC8-93903B0F3133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26" name="Graphic 25" descr="kiratech_logo">
            <a:extLst>
              <a:ext uri="{FF2B5EF4-FFF2-40B4-BE49-F238E27FC236}">
                <a16:creationId xmlns:a16="http://schemas.microsoft.com/office/drawing/2014/main" id="{1E418D5F-1483-133E-03A6-8636DC6623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4063" y="5158504"/>
            <a:ext cx="2834912" cy="9370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D80624F-2DBD-7F7B-2605-AC0779A0BC5F}"/>
              </a:ext>
            </a:extLst>
          </p:cNvPr>
          <p:cNvSpPr txBox="1"/>
          <p:nvPr/>
        </p:nvSpPr>
        <p:spPr>
          <a:xfrm>
            <a:off x="2395248" y="1652683"/>
            <a:ext cx="525779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>
                <a:solidFill>
                  <a:schemeClr val="bg2">
                    <a:lumMod val="49000"/>
                  </a:schemeClr>
                </a:solidFill>
                <a:ea typeface="Source Sans Pro"/>
              </a:rPr>
              <a:t>Jonathan Chung Ka Heng</a:t>
            </a:r>
            <a:br>
              <a:rPr lang="en-GB" sz="3600" dirty="0">
                <a:ea typeface="Source Sans Pro"/>
              </a:rPr>
            </a:br>
            <a:br>
              <a:rPr lang="en-GB" sz="3600" dirty="0">
                <a:ea typeface="Source Sans Pro"/>
              </a:rPr>
            </a:br>
            <a:r>
              <a:rPr lang="en-GB" sz="3600">
                <a:ea typeface="Source Sans Pro"/>
              </a:rPr>
              <a:t>Senior Software</a:t>
            </a:r>
            <a:r>
              <a:rPr lang="en-GB" sz="3600" dirty="0">
                <a:ea typeface="Source Sans Pro"/>
              </a:rPr>
              <a:t> Engineer</a:t>
            </a:r>
          </a:p>
          <a:p>
            <a:pPr algn="ctr"/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  <a:p>
            <a:pPr algn="ctr"/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7 </a:t>
            </a: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years</a:t>
            </a:r>
            <a:br>
              <a:rPr lang="en-US" sz="2000" dirty="0">
                <a:solidFill>
                  <a:schemeClr val="bg1">
                    <a:lumMod val="76000"/>
                  </a:schemeClr>
                </a:solidFill>
              </a:rPr>
            </a:b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Employed</a:t>
            </a:r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 under</a:t>
            </a:r>
            <a:br>
              <a:rPr lang="en-GB" sz="3600" dirty="0">
                <a:ea typeface="Source Sans Pro"/>
              </a:rPr>
            </a:br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D68A08-64E3-EB3F-8CBD-7562DEAB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46726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195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F2CF7-AEE9-6BBD-F789-0725537CC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C88A233-AD36-471A-8398-410E49E5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34559F-43EF-3E65-7E06-A38512F31ECE}"/>
              </a:ext>
            </a:extLst>
          </p:cNvPr>
          <p:cNvSpPr txBox="1">
            <a:spLocks/>
          </p:cNvSpPr>
          <p:nvPr/>
        </p:nvSpPr>
        <p:spPr>
          <a:xfrm>
            <a:off x="2644788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Overview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Workshop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FC73CD-2650-1AF6-B182-C43DE85DFB9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3B782F-FAD7-8353-0035-0BF5CB455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4451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E40728-3293-A4A1-C424-22C779C64620}"/>
              </a:ext>
            </a:extLst>
          </p:cNvPr>
          <p:cNvSpPr txBox="1"/>
          <p:nvPr/>
        </p:nvSpPr>
        <p:spPr>
          <a:xfrm>
            <a:off x="934257" y="2550880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Explanation on the key concepts</a:t>
            </a: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Sample codes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Trial run and Q&amp;A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endParaRPr lang="en-GB" sz="2000" b="1" dirty="0">
              <a:ea typeface="Source Sans Pro"/>
            </a:endParaRPr>
          </a:p>
        </p:txBody>
      </p:sp>
      <p:pic>
        <p:nvPicPr>
          <p:cNvPr id="44" name="Graphic 43" descr="robot to color">
            <a:extLst>
              <a:ext uri="{FF2B5EF4-FFF2-40B4-BE49-F238E27FC236}">
                <a16:creationId xmlns:a16="http://schemas.microsoft.com/office/drawing/2014/main" id="{2D14950A-8251-46A9-FCB9-8B06CC94C7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560000">
            <a:off x="1004739" y="-404699"/>
            <a:ext cx="1761121" cy="234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520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53D86-FBE6-D8CE-7E58-CB54A957E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F3787935-3AAD-FC43-2A37-A05D8594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8F0A066-C003-704C-1B2D-D01D3F01FA45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C87BB5-090C-D4E7-2F04-0E44E9486387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86A383C-ADE4-D011-6026-B62BE5A7F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8B4293C-F865-E3D5-9548-2E2CA226D878}"/>
              </a:ext>
            </a:extLst>
          </p:cNvPr>
          <p:cNvSpPr txBox="1"/>
          <p:nvPr/>
        </p:nvSpPr>
        <p:spPr>
          <a:xfrm>
            <a:off x="692267" y="1945243"/>
            <a:ext cx="8680992" cy="501675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Code Editor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2"/>
              </a:rPr>
              <a:t>Visual Studio Code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 dirty="0">
                <a:ea typeface="Source Sans Pro"/>
              </a:rPr>
              <a:t>Database Viewer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3"/>
              </a:rPr>
              <a:t>DBeaver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 dirty="0">
                <a:ea typeface="Source Sans Pro"/>
              </a:rPr>
              <a:t>Software (In order of top to bottom)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4"/>
              </a:rPr>
              <a:t>NodeJS – v24.10.0 (LTS)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5"/>
              </a:rPr>
              <a:t>Bun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6"/>
              </a:rPr>
              <a:t>Python – v3.14.3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7"/>
              </a:rPr>
              <a:t>UV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8"/>
              </a:rPr>
              <a:t>Git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pPr algn="just"/>
            <a:r>
              <a:rPr lang="en-GB" sz="2000" b="1" dirty="0">
                <a:ea typeface="Source Sans Pro"/>
              </a:rPr>
              <a:t>Repository</a:t>
            </a: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9"/>
              </a:rPr>
              <a:t>https://github.com/Atsukio/REST-API-Workshop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ABF4E6D-2628-D183-6165-761FC901FD4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56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30531-7206-33FB-F94B-BF5308292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DCFC754A-9529-FB1E-BC24-CFF1D5427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0D3BA35-83E8-8B22-7F02-E7B265282A6C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564511-BA5C-8889-754F-406B91309FC3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5FBB41-FA2F-A846-C79C-19779A605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9B5CB25-AC51-4AA3-5793-B6C06D497400}"/>
              </a:ext>
            </a:extLst>
          </p:cNvPr>
          <p:cNvSpPr txBox="1"/>
          <p:nvPr/>
        </p:nvSpPr>
        <p:spPr>
          <a:xfrm>
            <a:off x="2741724" y="2383274"/>
            <a:ext cx="5708533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2000" b="1" dirty="0">
                <a:ea typeface="Source Sans Pro"/>
              </a:rPr>
              <a:t>READY CHECK</a:t>
            </a:r>
            <a:endParaRPr lang="en-GB" sz="1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51C958E-3817-23A5-4E2F-0AA484CA227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01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C45239-F511-5CFE-4589-D0F509323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67948F5-1EBF-B51B-79D9-F4D212C35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26C7EC9-5777-CC1C-F717-43F4FF58CA01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22CCCE-279A-90CD-4685-30215060570D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4D474ED-CC94-E747-3E63-B8E3A7B3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AB5FAE8-8CA0-182F-316F-7B25B62778C1}"/>
              </a:ext>
            </a:extLst>
          </p:cNvPr>
          <p:cNvSpPr txBox="1"/>
          <p:nvPr/>
        </p:nvSpPr>
        <p:spPr>
          <a:xfrm>
            <a:off x="825979" y="2334065"/>
            <a:ext cx="8410488" cy="341632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your backend server </a:t>
            </a:r>
            <a:br>
              <a:rPr lang="en-GB" sz="2400" b="1" dirty="0">
                <a:ea typeface="Source Sans Pro"/>
              </a:rPr>
            </a:br>
            <a:r>
              <a:rPr lang="en-GB" sz="2400" b="1" dirty="0">
                <a:ea typeface="Source Sans Pro"/>
              </a:rPr>
              <a:t>`</a:t>
            </a:r>
            <a:r>
              <a:rPr lang="en-GB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uv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 run python manage.py </a:t>
            </a:r>
            <a:r>
              <a:rPr lang="en-GB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runserver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your frontend server </a:t>
            </a:r>
            <a:br>
              <a:rPr lang="en-GB" sz="2400" b="1" dirty="0">
                <a:ea typeface="Source Sans Pro"/>
              </a:rPr>
            </a:br>
            <a:r>
              <a:rPr lang="en-GB" sz="2400" b="1" dirty="0">
                <a:ea typeface="Source Sans Pro"/>
              </a:rPr>
              <a:t>`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bun run dev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loading the frontend `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http://localhost:3000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b="1" dirty="0">
                <a:ea typeface="Source Sans Pro"/>
              </a:rPr>
              <a:t>You’ve started loading the backend `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http://127.0.0.1:8000/</a:t>
            </a:r>
            <a:r>
              <a:rPr lang="en-GB" sz="2400" b="1" dirty="0" err="1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api</a:t>
            </a:r>
            <a:r>
              <a:rPr lang="en-GB" sz="2400" b="1" dirty="0">
                <a:solidFill>
                  <a:schemeClr val="tx1">
                    <a:lumMod val="50000"/>
                    <a:lumOff val="50000"/>
                  </a:schemeClr>
                </a:solidFill>
                <a:ea typeface="Source Sans Pro"/>
              </a:rPr>
              <a:t>/docs</a:t>
            </a:r>
            <a:r>
              <a:rPr lang="en-GB" sz="2400" b="1" dirty="0">
                <a:ea typeface="Source Sans Pro"/>
              </a:rPr>
              <a:t>`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1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4246EEBE-EA7D-2239-CB94-12E2A7E150D3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31" r="19568"/>
          <a:stretch/>
        </p:blipFill>
        <p:spPr>
          <a:xfrm rot="10800000">
            <a:off x="3273322" y="11947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91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76F1A-0EFC-A652-5FB9-17A7C5F3B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25DE4F7-097B-80C8-4F96-49980D3C4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E343190-0144-29C0-77C4-15A13FB07E34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Frameworks</a:t>
            </a:r>
            <a:endParaRPr lang="en-US" sz="6000" u="sng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Development Stacks</a:t>
            </a:r>
            <a:endParaRPr lang="en-US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D936FF-CD51-B42E-65F2-C7E45D6FFE99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E5011AB-DD39-2F63-7C5E-B7264F2D0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311578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 descr="Colored robot">
            <a:extLst>
              <a:ext uri="{FF2B5EF4-FFF2-40B4-BE49-F238E27FC236}">
                <a16:creationId xmlns:a16="http://schemas.microsoft.com/office/drawing/2014/main" id="{35EB87CF-5BEC-4266-FE9D-305B24724C95}"/>
              </a:ext>
            </a:extLst>
          </p:cNvPr>
          <p:cNvGrpSpPr/>
          <p:nvPr/>
        </p:nvGrpSpPr>
        <p:grpSpPr>
          <a:xfrm rot="-4740000">
            <a:off x="7423167" y="46120"/>
            <a:ext cx="2007443" cy="2310759"/>
            <a:chOff x="7087888" y="2812568"/>
            <a:chExt cx="2007443" cy="2310759"/>
          </a:xfrm>
        </p:grpSpPr>
        <p:grpSp>
          <p:nvGrpSpPr>
            <p:cNvPr id="5" name="Graphic 7" descr="colored in robot">
              <a:extLst>
                <a:ext uri="{FF2B5EF4-FFF2-40B4-BE49-F238E27FC236}">
                  <a16:creationId xmlns:a16="http://schemas.microsoft.com/office/drawing/2014/main" id="{8E9A851F-0AF0-4F83-1876-5E46DB6B27B0}"/>
                </a:ext>
              </a:extLst>
            </p:cNvPr>
            <p:cNvGrpSpPr/>
            <p:nvPr/>
          </p:nvGrpSpPr>
          <p:grpSpPr>
            <a:xfrm rot="21155719">
              <a:off x="7361931" y="3192608"/>
              <a:ext cx="1497460" cy="1253021"/>
              <a:chOff x="7384532" y="3188673"/>
              <a:chExt cx="1497460" cy="1253021"/>
            </a:xfrm>
          </p:grpSpPr>
          <p:sp>
            <p:nvSpPr>
              <p:cNvPr id="36" name="Freeform: Shape 33">
                <a:extLst>
                  <a:ext uri="{FF2B5EF4-FFF2-40B4-BE49-F238E27FC236}">
                    <a16:creationId xmlns:a16="http://schemas.microsoft.com/office/drawing/2014/main" id="{528F663B-602E-BD07-6CE5-D92033434B35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4">
                <a:extLst>
                  <a:ext uri="{FF2B5EF4-FFF2-40B4-BE49-F238E27FC236}">
                    <a16:creationId xmlns:a16="http://schemas.microsoft.com/office/drawing/2014/main" id="{D2F7B654-EA6A-30AC-5C76-D3A8E7EB69F8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5">
                <a:extLst>
                  <a:ext uri="{FF2B5EF4-FFF2-40B4-BE49-F238E27FC236}">
                    <a16:creationId xmlns:a16="http://schemas.microsoft.com/office/drawing/2014/main" id="{27293DA7-FD87-1EED-10B9-2E3F9CB3BB7C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6">
                <a:extLst>
                  <a:ext uri="{FF2B5EF4-FFF2-40B4-BE49-F238E27FC236}">
                    <a16:creationId xmlns:a16="http://schemas.microsoft.com/office/drawing/2014/main" id="{A05D56A9-4DB6-4FAA-7C9A-73D7866FFC67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37">
                <a:extLst>
                  <a:ext uri="{FF2B5EF4-FFF2-40B4-BE49-F238E27FC236}">
                    <a16:creationId xmlns:a16="http://schemas.microsoft.com/office/drawing/2014/main" id="{181C369E-1045-F4A5-0558-7252A18D1369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7" descr="colored in robot">
              <a:extLst>
                <a:ext uri="{FF2B5EF4-FFF2-40B4-BE49-F238E27FC236}">
                  <a16:creationId xmlns:a16="http://schemas.microsoft.com/office/drawing/2014/main" id="{05088D21-6FEA-F57E-3BBC-5661BC45518E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13" name="Freeform: Shape 39">
                <a:extLst>
                  <a:ext uri="{FF2B5EF4-FFF2-40B4-BE49-F238E27FC236}">
                    <a16:creationId xmlns:a16="http://schemas.microsoft.com/office/drawing/2014/main" id="{579A7689-6FD2-E61D-DF5D-8A96E764196F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" name="Freeform: Shape 40">
                <a:extLst>
                  <a:ext uri="{FF2B5EF4-FFF2-40B4-BE49-F238E27FC236}">
                    <a16:creationId xmlns:a16="http://schemas.microsoft.com/office/drawing/2014/main" id="{BE86AA4B-B651-2350-4EB8-D47FE45DAF42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41">
                <a:extLst>
                  <a:ext uri="{FF2B5EF4-FFF2-40B4-BE49-F238E27FC236}">
                    <a16:creationId xmlns:a16="http://schemas.microsoft.com/office/drawing/2014/main" id="{2C163D2C-9B02-5987-39E5-DD84879A1868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42">
                <a:extLst>
                  <a:ext uri="{FF2B5EF4-FFF2-40B4-BE49-F238E27FC236}">
                    <a16:creationId xmlns:a16="http://schemas.microsoft.com/office/drawing/2014/main" id="{90D84FD3-11BD-A8F5-07C5-4E308187B0F7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43">
                <a:extLst>
                  <a:ext uri="{FF2B5EF4-FFF2-40B4-BE49-F238E27FC236}">
                    <a16:creationId xmlns:a16="http://schemas.microsoft.com/office/drawing/2014/main" id="{6E96D2A1-F425-6A66-FB91-7E82FDB4C16B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44">
                <a:extLst>
                  <a:ext uri="{FF2B5EF4-FFF2-40B4-BE49-F238E27FC236}">
                    <a16:creationId xmlns:a16="http://schemas.microsoft.com/office/drawing/2014/main" id="{48905682-343F-A658-1492-B94E6A81A3F4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45">
                <a:extLst>
                  <a:ext uri="{FF2B5EF4-FFF2-40B4-BE49-F238E27FC236}">
                    <a16:creationId xmlns:a16="http://schemas.microsoft.com/office/drawing/2014/main" id="{6B419792-7D4A-3007-16B1-6F5648040EAF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6A1CE5-577A-CF37-029B-F5F1353F7A52}"/>
              </a:ext>
            </a:extLst>
          </p:cNvPr>
          <p:cNvSpPr txBox="1"/>
          <p:nvPr/>
        </p:nvSpPr>
        <p:spPr>
          <a:xfrm>
            <a:off x="934257" y="2586808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Frontend</a:t>
            </a:r>
            <a:endParaRPr lang="en-US" b="1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Nuxt.JS (</a:t>
            </a:r>
            <a:r>
              <a:rPr lang="en-GB" sz="2000" dirty="0" err="1">
                <a:ea typeface="Source Sans Pro"/>
              </a:rPr>
              <a:t>Javascript</a:t>
            </a:r>
            <a:r>
              <a:rPr lang="en-GB" sz="2000" dirty="0">
                <a:ea typeface="Source Sans Pro"/>
              </a:rPr>
              <a:t> Framework built on Vue.JS)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Backend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Django (Python)</a:t>
            </a: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8549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E9B96-9566-89BD-A11C-6AEF0AEA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28DCA6B-8038-81C6-1925-68765D62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49C4E45-31EE-E0D9-6B19-DD07C50AEA1E}"/>
              </a:ext>
            </a:extLst>
          </p:cNvPr>
          <p:cNvSpPr txBox="1">
            <a:spLocks/>
          </p:cNvSpPr>
          <p:nvPr/>
        </p:nvSpPr>
        <p:spPr>
          <a:xfrm>
            <a:off x="2393328" y="660280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REST API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Conventions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0CC4E-3705-5797-AC1B-DDEF3F7D9F9E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11A70D-8685-F826-E176-93BEADE0C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DFA10B8-E9DC-0DBE-18AC-D95B8380E580}"/>
              </a:ext>
            </a:extLst>
          </p:cNvPr>
          <p:cNvSpPr txBox="1"/>
          <p:nvPr/>
        </p:nvSpPr>
        <p:spPr>
          <a:xfrm>
            <a:off x="934257" y="2395193"/>
            <a:ext cx="8670471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Convention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CRUD</a:t>
            </a:r>
            <a:r>
              <a:rPr lang="en-GB" sz="2000">
                <a:ea typeface="Source Sans Pro"/>
              </a:rPr>
              <a:t> Methodology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chemeClr val="accent1">
                    <a:lumMod val="76000"/>
                  </a:schemeClr>
                </a:solidFill>
                <a:ea typeface="Source Sans Pro"/>
              </a:rPr>
              <a:t>C – Create</a:t>
            </a:r>
            <a:r>
              <a:rPr lang="en-GB" sz="2000" b="1">
                <a:ea typeface="Source Sans Pro"/>
              </a:rPr>
              <a:t> – Creating a new object (POST)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00B0F0"/>
                </a:solidFill>
                <a:ea typeface="Source Sans Pro"/>
              </a:rPr>
              <a:t>R – Retrieve</a:t>
            </a:r>
            <a:r>
              <a:rPr lang="en-GB" sz="2000" b="1">
                <a:ea typeface="Source Sans Pro"/>
              </a:rPr>
              <a:t> – Retrieving existing data (GET)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C000"/>
                </a:solidFill>
                <a:ea typeface="Source Sans Pro"/>
              </a:rPr>
              <a:t>U – Update</a:t>
            </a:r>
            <a:r>
              <a:rPr lang="en-GB" sz="2000" b="1">
                <a:ea typeface="Source Sans Pro"/>
              </a:rPr>
              <a:t> – Updating existing data (PUT / PATCH)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0000"/>
                </a:solidFill>
                <a:ea typeface="Source Sans Pro"/>
              </a:rPr>
              <a:t>D – Delete</a:t>
            </a:r>
            <a:r>
              <a:rPr lang="en-GB" sz="2000" b="1">
                <a:ea typeface="Source Sans Pro"/>
              </a:rPr>
              <a:t> – Deleting existing data</a:t>
            </a:r>
            <a:endParaRPr lang="en-GB" sz="2000" b="1" dirty="0">
              <a:ea typeface="Source Sans Pro"/>
            </a:endParaRPr>
          </a:p>
          <a:p>
            <a:endParaRPr lang="en-GB" sz="2000" b="1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Use Case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Mobile application development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Web application development wi</a:t>
            </a:r>
            <a:r>
              <a:rPr lang="en-GB" sz="2000">
                <a:ea typeface="Source Sans Pro"/>
              </a:rPr>
              <a:t>thout server-side rendering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Etc</a:t>
            </a:r>
            <a:endParaRPr lang="en-GB" sz="2000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5" name="Picture 4" descr="A cartoon robot sitting at a computer&#10;&#10;AI-generated content may be incorrect.">
            <a:extLst>
              <a:ext uri="{FF2B5EF4-FFF2-40B4-BE49-F238E27FC236}">
                <a16:creationId xmlns:a16="http://schemas.microsoft.com/office/drawing/2014/main" id="{E8ACE11A-0CBC-F4C0-77B1-60DD14CE7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912" y="5132"/>
            <a:ext cx="208686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40425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469AC-3F4B-340F-F877-166C4BE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4FCD28F-D2FA-BF9B-61E1-7A0C17C0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1CF66F-4191-C987-2AB8-202481CA66B8}"/>
              </a:ext>
            </a:extLst>
          </p:cNvPr>
          <p:cNvSpPr txBox="1">
            <a:spLocks/>
          </p:cNvSpPr>
          <p:nvPr/>
        </p:nvSpPr>
        <p:spPr>
          <a:xfrm>
            <a:off x="638421" y="399811"/>
            <a:ext cx="9204221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Trunk-Based Development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DB8804-71F0-34B6-DD00-FD3A7BD574A0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5F7AD3-24C2-1FB3-4AD3-93455D65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72B4B319-FA9C-5F7B-2914-DB08DAE38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132405" y="967733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DB5813-01E9-90B7-56F3-74CAA44AA80F}"/>
              </a:ext>
            </a:extLst>
          </p:cNvPr>
          <p:cNvSpPr txBox="1"/>
          <p:nvPr/>
        </p:nvSpPr>
        <p:spPr>
          <a:xfrm>
            <a:off x="179688" y="2489344"/>
            <a:ext cx="2743199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Important notes: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Higher-risk nature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Not junior dev friendly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Requires developers who test heavily before release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Faster release than branch-based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Less merge conflicts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8CD26-A3B7-9237-8173-AAB8632986AA}"/>
              </a:ext>
            </a:extLst>
          </p:cNvPr>
          <p:cNvSpPr txBox="1"/>
          <p:nvPr/>
        </p:nvSpPr>
        <p:spPr>
          <a:xfrm>
            <a:off x="628157" y="6883897"/>
            <a:ext cx="8791979" cy="14791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2025"/>
              </a:lnSpc>
            </a:pPr>
            <a:r>
              <a:rPr lang="en-GB" sz="2000" baseline="0" dirty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  <a:br>
              <a:rPr lang="en-GB" sz="2000" dirty="0">
                <a:latin typeface="Source Sans Pro"/>
                <a:ea typeface="Segoe UI"/>
                <a:cs typeface="Segoe UI"/>
              </a:rPr>
            </a:br>
            <a:r>
              <a:rPr lang="en-GB" sz="2000" u="sng" dirty="0">
                <a:solidFill>
                  <a:srgbClr val="5F5F5F"/>
                </a:solidFill>
                <a:ea typeface="Segoe UI"/>
                <a:cs typeface="Segoe UI"/>
              </a:rPr>
              <a:t>https://dev.to/glnurltn/trunk-based-vs-branch-based-development-which-strategy-fits-your-team-best-53hn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 dirty="0">
              <a:latin typeface="Arial"/>
              <a:ea typeface="Arial"/>
              <a:cs typeface="Arial"/>
            </a:endParaRPr>
          </a:p>
          <a:p>
            <a:pPr algn="ctr"/>
            <a:endParaRPr lang="en-GB" dirty="0"/>
          </a:p>
        </p:txBody>
      </p:sp>
      <p:pic>
        <p:nvPicPr>
          <p:cNvPr id="1026" name="Picture 2" descr="Trunk-Based vs. Branch-Based Development: Which Strategy Fits Your Team  Best? - DEV Community">
            <a:extLst>
              <a:ext uri="{FF2B5EF4-FFF2-40B4-BE49-F238E27FC236}">
                <a16:creationId xmlns:a16="http://schemas.microsoft.com/office/drawing/2014/main" id="{F6107493-279C-8AA5-5E70-2304BCFBB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878" y="2002835"/>
            <a:ext cx="7021010" cy="3840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040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0E0B4-EF70-230E-FE50-7B9FF95E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82F56C0-4B4F-4445-7D2D-69CC6564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81F5C-A967-F0BE-F681-D41DC883BFF6}"/>
              </a:ext>
            </a:extLst>
          </p:cNvPr>
          <p:cNvSpPr txBox="1">
            <a:spLocks/>
          </p:cNvSpPr>
          <p:nvPr/>
        </p:nvSpPr>
        <p:spPr>
          <a:xfrm>
            <a:off x="2403752" y="399811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 err="1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Gitflow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712A2E-1781-225E-238D-5E6E3E3CEA5B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7CE5083-F6E9-18C8-284B-F1C4AF5FA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Hotfix branch within git workflow">
            <a:extLst>
              <a:ext uri="{FF2B5EF4-FFF2-40B4-BE49-F238E27FC236}">
                <a16:creationId xmlns:a16="http://schemas.microsoft.com/office/drawing/2014/main" id="{23673354-41CF-DB5D-738E-24739AB05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75578" y="2052123"/>
            <a:ext cx="6808252" cy="4864661"/>
          </a:xfrm>
          <a:prstGeom prst="rect">
            <a:avLst/>
          </a:prstGeom>
        </p:spPr>
      </p:pic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21BCB5C4-433E-CBE4-7FE7-7773102DA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2075205" y="59612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EA55F1-5084-6A30-566B-F1583FF7DA2E}"/>
              </a:ext>
            </a:extLst>
          </p:cNvPr>
          <p:cNvSpPr txBox="1"/>
          <p:nvPr/>
        </p:nvSpPr>
        <p:spPr>
          <a:xfrm>
            <a:off x="130679" y="3232340"/>
            <a:ext cx="2743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Examples of branches:</a:t>
            </a:r>
            <a:endParaRPr lang="en-US" b="1"/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main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develop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hotfix</a:t>
            </a:r>
            <a:r>
              <a:rPr lang="en-GB" sz="2000">
                <a:ea typeface="Source Sans Pro"/>
              </a:rPr>
              <a:t>/page-crash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release</a:t>
            </a:r>
            <a:r>
              <a:rPr lang="en-GB" sz="2000">
                <a:ea typeface="Source Sans Pro"/>
              </a:rPr>
              <a:t>/1.0.0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 dirty="0">
                <a:ea typeface="Source Sans Pro"/>
              </a:rPr>
              <a:t>feature</a:t>
            </a:r>
            <a:r>
              <a:rPr lang="en-GB" sz="2000" dirty="0">
                <a:ea typeface="Source Sans Pro"/>
              </a:rPr>
              <a:t>/</a:t>
            </a:r>
            <a:r>
              <a:rPr lang="en-GB" sz="2000" dirty="0" err="1">
                <a:ea typeface="Source Sans Pro"/>
              </a:rPr>
              <a:t>todo</a:t>
            </a:r>
            <a:r>
              <a:rPr lang="en-GB" sz="2000" dirty="0">
                <a:ea typeface="Source Sans Pro"/>
              </a:rPr>
              <a:t>-page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B2EB25-E3AE-77E3-8923-7FACD0D1D8FA}"/>
              </a:ext>
            </a:extLst>
          </p:cNvPr>
          <p:cNvSpPr txBox="1"/>
          <p:nvPr/>
        </p:nvSpPr>
        <p:spPr>
          <a:xfrm>
            <a:off x="638421" y="7001411"/>
            <a:ext cx="8791979" cy="12226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2025"/>
              </a:lnSpc>
            </a:pPr>
            <a:r>
              <a:rPr lang="en-GB" sz="2000" baseline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  <a:br>
              <a:rPr lang="en-GB" sz="2000">
                <a:latin typeface="Source Sans Pro"/>
                <a:ea typeface="Segoe UI"/>
                <a:cs typeface="Segoe UI"/>
              </a:rPr>
            </a:br>
            <a:r>
              <a:rPr lang="en-GB" sz="2000" u="sng" strike="noStrike" baseline="0">
                <a:solidFill>
                  <a:srgbClr val="5F5F5F"/>
                </a:solidFill>
                <a:latin typeface="Source Sans Pro"/>
                <a:ea typeface="Segoe UI"/>
                <a:cs typeface="Segoe UI"/>
                <a:hlinkClick r:id="rId4"/>
              </a:rPr>
              <a:t>https://www.atlassian.com/git/tutorials/comparing-workflows/gitflow-workflow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>
              <a:latin typeface="Arial"/>
              <a:ea typeface="Arial"/>
              <a:cs typeface="Arial"/>
            </a:endParaRP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10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95C0EA-D49D-FC99-58BE-60AF03282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82B1B13-008F-429F-AF2A-2DCE4E1C4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DE51DE8-50A0-C2D1-15D6-DF584C8AB8B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DE56AA-5634-1E52-DAA3-8552644455E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2748D39-4414-0665-BA34-E5AA10A60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F50A609-7438-AE4B-EF87-26911B301982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 dirty="0">
                <a:latin typeface="Source Sans Pro"/>
              </a:rPr>
              <a:t>Document reference:</a:t>
            </a:r>
            <a:r>
              <a:rPr sz="2000" dirty="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 dirty="0"/>
          </a:p>
          <a:p>
            <a:pPr algn="ctr"/>
            <a:endParaRPr lang="en-GB" dirty="0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F0629CC8-84BD-149F-A493-62D6A5C0B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969996-5271-DEF0-B265-5D48FEA21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691594"/>
              </p:ext>
            </p:extLst>
          </p:nvPr>
        </p:nvGraphicFramePr>
        <p:xfrm>
          <a:off x="840578" y="2764205"/>
          <a:ext cx="7491922" cy="30268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51196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  <a:gridCol w="5140726">
                  <a:extLst>
                    <a:ext uri="{9D8B030D-6E8A-4147-A177-3AD203B41FA5}">
                      <a16:colId xmlns:a16="http://schemas.microsoft.com/office/drawing/2014/main" val="2747230814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Commit Message</a:t>
                      </a:r>
                      <a:endParaRPr lang="en-MY" b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Description</a:t>
                      </a:r>
                      <a:endParaRPr lang="en-MY" b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fix</a:t>
                      </a:r>
                      <a:endParaRPr lang="en-MY" b="1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a fix to the codebase</a:t>
                      </a:r>
                      <a:endParaRPr lang="en-US" dirty="0">
                        <a:ea typeface="Source Sans Pro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64424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feat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24292E"/>
                          </a:solidFill>
                        </a:rPr>
                        <a:t>a commit of the type feat introduces a new feature to the codebase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  <a:tr h="915508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BREAKING CHANGE 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specified at the start or end of the commit, noting the commit will cause changes that will break changes such as to the API.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316195"/>
                  </a:ext>
                </a:extLst>
              </a:tr>
              <a:tr h="64424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!</a:t>
                      </a:r>
                      <a:endParaRPr lang="en-MY" b="1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can be used together with commit prefixes to indicate there's a BREAKING CHANGE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5372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6592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AC903-C2CD-92E1-A7DF-3BD3AD0C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1C42A63-C321-074C-702E-E7E0603DC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0DEC16D-0E3D-37DD-59F3-D4C4A350D574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Other kinds of 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DC8CB6-5027-6085-6D20-477DC54C921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92DA84A-F56A-78DD-FB8D-B6EA75A8D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0346335-B43E-8197-CF8E-C32E09C84708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 dirty="0">
                <a:latin typeface="Source Sans Pro"/>
              </a:rPr>
              <a:t>Document reference:</a:t>
            </a:r>
            <a:r>
              <a:rPr sz="2000" dirty="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 dirty="0"/>
          </a:p>
          <a:p>
            <a:pPr algn="ctr"/>
            <a:endParaRPr lang="en-GB" dirty="0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F6688222-EFB7-87E4-E34D-99343FCB5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C5E6455-7EA8-C095-116C-D10D0891E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063292"/>
              </p:ext>
            </p:extLst>
          </p:nvPr>
        </p:nvGraphicFramePr>
        <p:xfrm>
          <a:off x="839615" y="2695903"/>
          <a:ext cx="7491922" cy="33435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51196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  <a:gridCol w="5140726">
                  <a:extLst>
                    <a:ext uri="{9D8B030D-6E8A-4147-A177-3AD203B41FA5}">
                      <a16:colId xmlns:a16="http://schemas.microsoft.com/office/drawing/2014/main" val="2747230814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Commit Message</a:t>
                      </a:r>
                      <a:endParaRPr lang="en-MY" b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Description</a:t>
                      </a:r>
                      <a:endParaRPr lang="en-MY" b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chore</a:t>
                      </a:r>
                      <a:endParaRPr lang="en-MY" b="1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that does not affect code changes, e.g. adding comments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docs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24292E"/>
                          </a:solidFill>
                        </a:rPr>
                        <a:t>a commit to update documentation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  <a:tr h="44260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style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visual changes such as </a:t>
                      </a:r>
                      <a:r>
                        <a:rPr lang="en-US" sz="1600" dirty="0" err="1">
                          <a:solidFill>
                            <a:srgbClr val="24292E"/>
                          </a:solidFill>
                        </a:rPr>
                        <a:t>css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316195"/>
                  </a:ext>
                </a:extLst>
              </a:tr>
              <a:tr h="433137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refactor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a rework in the codebase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537241"/>
                  </a:ext>
                </a:extLst>
              </a:tr>
              <a:tr h="440053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perf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a commit noting a performance change such as performance improvements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154355"/>
                  </a:ext>
                </a:extLst>
              </a:tr>
              <a:tr h="410907">
                <a:tc>
                  <a:txBody>
                    <a:bodyPr/>
                    <a:lstStyle/>
                    <a:p>
                      <a:pPr algn="l"/>
                      <a:r>
                        <a:rPr lang="en-MY" b="1" dirty="0"/>
                        <a:t>test 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changes or additions to the test cases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6901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6553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92F53-6F97-6986-FB20-ED3ED7D4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D0DD773-CA50-098B-A4CC-66DFBF012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F797EB1-0AB0-339E-92D7-E8ED99823DFD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245FAB-D986-2128-F11D-CFF67C5DA2A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7B50CB2-C4F7-FACE-59E1-99FA0E0FC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of a robot&#10;&#10;AI-generated content may be incorrect.">
            <a:extLst>
              <a:ext uri="{FF2B5EF4-FFF2-40B4-BE49-F238E27FC236}">
                <a16:creationId xmlns:a16="http://schemas.microsoft.com/office/drawing/2014/main" id="{1FA778CA-1406-57D5-CE84-B781FEAC9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537" y="5696783"/>
            <a:ext cx="1905813" cy="20002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231721E-7016-21AA-93A4-3F3C62440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698918"/>
              </p:ext>
            </p:extLst>
          </p:nvPr>
        </p:nvGraphicFramePr>
        <p:xfrm>
          <a:off x="839615" y="1374633"/>
          <a:ext cx="7491922" cy="1401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description and breaking change in body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feat: </a:t>
                      </a:r>
                      <a:r>
                        <a:rPr lang="en-US" sz="1600" dirty="0"/>
                        <a:t>allow provided config object to extend other configs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`extends` key in config file is now used for extending other config files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AC3A134-3BA1-A78A-919F-DEC349BEE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219970"/>
              </p:ext>
            </p:extLst>
          </p:nvPr>
        </p:nvGraphicFramePr>
        <p:xfrm>
          <a:off x="839615" y="2784073"/>
          <a:ext cx="7491922" cy="1310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optional ! to draw attention to breaking change</a:t>
                      </a:r>
                      <a:endParaRPr 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chore</a:t>
                      </a:r>
                      <a:r>
                        <a:rPr lang="en-US" sz="1600" dirty="0"/>
                        <a:t>!: drop Node 6 from testing matrix</a:t>
                      </a:r>
                      <a:endParaRPr lang="en-US" sz="1600" dirty="0">
                        <a:ea typeface="Source Sans Pr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dropping Node 6 which hits end of life in April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693DC1A-0D50-2C51-27D6-EF980BE8A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766310"/>
              </p:ext>
            </p:extLst>
          </p:nvPr>
        </p:nvGraphicFramePr>
        <p:xfrm>
          <a:off x="839615" y="5404253"/>
          <a:ext cx="7491922" cy="8228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scope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feat</a:t>
                      </a:r>
                      <a:r>
                        <a:rPr lang="en-US" sz="1600" b="0" dirty="0"/>
                        <a:t>(lang): </a:t>
                      </a:r>
                      <a:r>
                        <a:rPr lang="en-US" sz="1600" dirty="0"/>
                        <a:t>add polish language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853AB10-B7AB-A5EF-DD4B-EE08B9BDC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944377"/>
              </p:ext>
            </p:extLst>
          </p:nvPr>
        </p:nvGraphicFramePr>
        <p:xfrm>
          <a:off x="839615" y="6233980"/>
          <a:ext cx="7491922" cy="12343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</a:rPr>
                        <a:t>Commit</a:t>
                      </a:r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 message for a fix using an (optional) issue number.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fix: </a:t>
                      </a:r>
                      <a:r>
                        <a:rPr lang="en-US" sz="1600" dirty="0"/>
                        <a:t>correct minor typos in code</a:t>
                      </a:r>
                    </a:p>
                    <a:p>
                      <a:r>
                        <a:rPr lang="en-US" sz="1600" dirty="0"/>
                        <a:t>see the issue for details on the typos fixed</a:t>
                      </a:r>
                      <a:endParaRPr lang="en-US" sz="1600" dirty="0">
                        <a:ea typeface="Source Sans Pro"/>
                      </a:endParaRPr>
                    </a:p>
                    <a:p>
                      <a:r>
                        <a:rPr lang="en-US" sz="1600" dirty="0"/>
                        <a:t>closes issue #12</a:t>
                      </a:r>
                      <a:endParaRPr lang="en-US" sz="1600" dirty="0">
                        <a:ea typeface="Source Sans Pr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63CF8B6-F9A5-4982-D5FB-E3D5806C68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106233"/>
              </p:ext>
            </p:extLst>
          </p:nvPr>
        </p:nvGraphicFramePr>
        <p:xfrm>
          <a:off x="839615" y="4066448"/>
          <a:ext cx="7491922" cy="1310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no body</a:t>
                      </a:r>
                      <a:endParaRPr 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docs: </a:t>
                      </a:r>
                      <a:r>
                        <a:rPr lang="en-US" sz="1600" dirty="0"/>
                        <a:t>correct spelling of CHANGELOG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dropping Node 6 which hits end of life in April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7831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FCC8B-5A9D-AA81-DB05-2379B826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550851D-80E2-290D-29CA-838E5CE75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47A2743-E42E-7D02-4753-9BA2048CC77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50B086-2DDA-EB1C-EC6A-9217D3F4F02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144AD32-341A-15D8-A0B3-A20ABCCFA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72DD28-1B58-DA0B-FDC8-26C51ECF4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87" y="1937441"/>
            <a:ext cx="8681884" cy="1809750"/>
          </a:xfrm>
          <a:prstGeom prst="rect">
            <a:avLst/>
          </a:prstGeom>
        </p:spPr>
      </p:pic>
      <p:pic>
        <p:nvPicPr>
          <p:cNvPr id="6" name="Picture 5" descr="A black background with white lines&#10;&#10;AI-generated content may be incorrect.">
            <a:extLst>
              <a:ext uri="{FF2B5EF4-FFF2-40B4-BE49-F238E27FC236}">
                <a16:creationId xmlns:a16="http://schemas.microsoft.com/office/drawing/2014/main" id="{0E47C3CB-0B7C-89F5-44AB-D5999D2FF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68" y="3881074"/>
            <a:ext cx="8690080" cy="282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966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2E731-AED4-CD82-27CB-FDA9EB78F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22B52629-263F-2E6F-885B-F8CF9795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0684A58-A206-6CD9-6C6D-8D3496F0594B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7B7CAE-565E-9757-D11D-E7641A17D49F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CEA8FC-EDBD-40E8-1D42-70C38D68F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E61713F-62B1-5597-71BA-84781F460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34" y="1428108"/>
            <a:ext cx="9774426" cy="5253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134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5D59B-710F-1042-253B-F5265E92F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4810DC1-8283-3D2C-CB45-090FF05A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48E057-AAF5-0420-753B-E27E2B25D90A}"/>
              </a:ext>
            </a:extLst>
          </p:cNvPr>
          <p:cNvSpPr txBox="1">
            <a:spLocks/>
          </p:cNvSpPr>
          <p:nvPr/>
        </p:nvSpPr>
        <p:spPr>
          <a:xfrm>
            <a:off x="1126813" y="3166481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160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Q&amp;A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593A8-7974-23D0-1266-F9438FAE4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897" y="4983886"/>
            <a:ext cx="2172003" cy="1867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B637E2-8BFA-860D-82F9-61734B01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782" y="3575625"/>
            <a:ext cx="2200582" cy="19243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499C54-D026-FE97-5ED2-7EF286D00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2422" y="614393"/>
            <a:ext cx="2162477" cy="18766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8660DD-AC6A-2CD5-2C13-75BEFDE3BE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58" y="2355737"/>
            <a:ext cx="2076740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12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ED9C38-FE5B-DD37-B26A-0C822C09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1A9F5C8-0B02-9D3A-6332-1113DCFE2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2BEA9E-1F8C-D317-E624-000687E8F269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017F06-AB1B-FA30-BEF8-6091B04BCFE9}"/>
              </a:ext>
            </a:extLst>
          </p:cNvPr>
          <p:cNvSpPr txBox="1"/>
          <p:nvPr/>
        </p:nvSpPr>
        <p:spPr>
          <a:xfrm>
            <a:off x="2400298" y="2638644"/>
            <a:ext cx="525779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Expand on the “</a:t>
            </a:r>
            <a:r>
              <a:rPr lang="en-US" sz="1600" b="1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” dropdown</a:t>
            </a:r>
            <a:endParaRPr lang="en-GB" sz="1600" dirty="0"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9EFE8A9-7952-D1C2-2A05-67867C8BB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98F154-8F31-0DD8-8DC4-0057CCC1F4B6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http://localhost:8000/api/docs/</a:t>
            </a:r>
            <a:endParaRPr lang="en-00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0E2CA7E-3533-E3F5-6F8D-9499ED5BD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06" y="3207853"/>
            <a:ext cx="9218785" cy="22340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C75BA6-1968-6547-16AA-5471F7BB1FA0}"/>
              </a:ext>
            </a:extLst>
          </p:cNvPr>
          <p:cNvSpPr txBox="1"/>
          <p:nvPr/>
        </p:nvSpPr>
        <p:spPr>
          <a:xfrm>
            <a:off x="2576560" y="5703187"/>
            <a:ext cx="52038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The URL would be the website, in our case </a:t>
            </a:r>
            <a:r>
              <a:rPr lang="en-US" sz="1600" dirty="0">
                <a:ea typeface="Source Sans Pro"/>
                <a:hlinkClick r:id="rId4"/>
              </a:rPr>
              <a:t>http://localhost</a:t>
            </a:r>
            <a:r>
              <a:rPr lang="en-US" sz="1600" dirty="0">
                <a:ea typeface="Source Sans Pro"/>
              </a:rPr>
              <a:t> appended with the 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 in this case “/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/</a:t>
            </a:r>
            <a:r>
              <a:rPr lang="en-US" sz="1600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/” which would look like </a:t>
            </a:r>
            <a:r>
              <a:rPr lang="en-US" sz="1600" dirty="0">
                <a:ea typeface="Source Sans Pro"/>
                <a:hlinkClick r:id="rId5"/>
              </a:rPr>
              <a:t>http://localhost/api/todos/</a:t>
            </a:r>
            <a:endParaRPr lang="en-US" sz="1600" dirty="0">
              <a:ea typeface="Source Sans Pro"/>
            </a:endParaRPr>
          </a:p>
          <a:p>
            <a:pPr algn="ctr"/>
            <a:endParaRPr lang="en-GB" sz="1600" dirty="0">
              <a:ea typeface="Source Sans Pr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F77BC0-3779-F3B8-6EB8-29BBE1DAA6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3595" y="153454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233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98577-D19A-689E-C6D0-3C609C96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2534742-90D7-85CC-A563-87FF584C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F97775-20D2-EAEB-C05B-C82705C54C1A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BD3C65-DEB9-79CA-6C18-8A9A369708C3}"/>
              </a:ext>
            </a:extLst>
          </p:cNvPr>
          <p:cNvSpPr txBox="1"/>
          <p:nvPr/>
        </p:nvSpPr>
        <p:spPr>
          <a:xfrm>
            <a:off x="750781" y="1430859"/>
            <a:ext cx="854672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 dirty="0">
                <a:ea typeface="Source Sans Pro"/>
              </a:rPr>
              <a:t>Fill in the URL with the API endpoint</a:t>
            </a:r>
            <a:br>
              <a:rPr lang="en-GB" sz="3600" b="1" dirty="0">
                <a:ea typeface="Source Sans Pro"/>
              </a:rPr>
            </a:br>
            <a:endParaRPr lang="en-GB" sz="3600" b="1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AB4DA6B-817D-B0B3-A2E3-E04DE1976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E68B5B7-3992-6F07-C8AD-D52E3249D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878" y="2318701"/>
            <a:ext cx="7792537" cy="52013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AD4609-7AB0-14A5-EF85-9DF221D98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892" y="73667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23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2D451-0C06-7DAD-7710-43F4902E9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A8C8F62-99EC-934F-3B7E-F62FCD23B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409BC04-96F6-B820-54A9-F40CDD84EAA3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CD3460B-0BCD-25C1-974D-C6A9332F66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5D58B748-9992-FC28-7D1F-8F0473B87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725" y="2559371"/>
            <a:ext cx="7697274" cy="100979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44131A-0DF4-2366-CC96-427EB0F86EBE}"/>
              </a:ext>
            </a:extLst>
          </p:cNvPr>
          <p:cNvCxnSpPr/>
          <p:nvPr/>
        </p:nvCxnSpPr>
        <p:spPr>
          <a:xfrm flipV="1">
            <a:off x="1808252" y="3441843"/>
            <a:ext cx="0" cy="11404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2F240F-C0E9-D2D4-3572-BFFD63497A4A}"/>
              </a:ext>
            </a:extLst>
          </p:cNvPr>
          <p:cNvCxnSpPr>
            <a:cxnSpLocks/>
          </p:cNvCxnSpPr>
          <p:nvPr/>
        </p:nvCxnSpPr>
        <p:spPr>
          <a:xfrm flipV="1">
            <a:off x="6739847" y="2784297"/>
            <a:ext cx="0" cy="273292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0DC13FB-2A1F-6023-7BD8-81E7AC3B36D0}"/>
              </a:ext>
            </a:extLst>
          </p:cNvPr>
          <p:cNvCxnSpPr/>
          <p:nvPr/>
        </p:nvCxnSpPr>
        <p:spPr>
          <a:xfrm flipV="1">
            <a:off x="7510409" y="2784297"/>
            <a:ext cx="0" cy="158222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299DE5B-2380-142E-B00F-40D0FD00EDED}"/>
              </a:ext>
            </a:extLst>
          </p:cNvPr>
          <p:cNvSpPr txBox="1"/>
          <p:nvPr/>
        </p:nvSpPr>
        <p:spPr>
          <a:xfrm>
            <a:off x="1161975" y="4656743"/>
            <a:ext cx="1258678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</a:t>
            </a:r>
            <a:endParaRPr lang="en-00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5F52CA-4AC3-FD2F-07C0-981E33574715}"/>
              </a:ext>
            </a:extLst>
          </p:cNvPr>
          <p:cNvSpPr txBox="1"/>
          <p:nvPr/>
        </p:nvSpPr>
        <p:spPr>
          <a:xfrm>
            <a:off x="6014328" y="5531371"/>
            <a:ext cx="1451038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Status code</a:t>
            </a:r>
            <a:endParaRPr lang="en-00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4F8969-F2C0-A158-5BEE-086497175AF5}"/>
              </a:ext>
            </a:extLst>
          </p:cNvPr>
          <p:cNvSpPr txBox="1"/>
          <p:nvPr/>
        </p:nvSpPr>
        <p:spPr>
          <a:xfrm>
            <a:off x="6901666" y="4390939"/>
            <a:ext cx="1595061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taken</a:t>
            </a:r>
            <a:endParaRPr lang="en-00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FF45A1-5388-96D3-9151-38D80B3B5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0653" y="68327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057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18129-AD35-8D8F-4323-77EF478FC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0ACF982-D30B-A0B5-0BE2-923B1F92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C7D1FE-CC59-998E-68C3-1BD53AA51ECD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6FD6A2C-0DF1-6F56-FC5C-B5F79B417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D634C00-33F6-ED3B-39D9-7C187DEBE2EE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</a:t>
            </a:r>
            <a:r>
              <a:rPr lang="en-US" dirty="0">
                <a:hlinkClick r:id="rId2"/>
              </a:rPr>
              <a:t>3</a:t>
            </a:r>
            <a:r>
              <a:rPr lang="en-001" dirty="0">
                <a:hlinkClick r:id="rId2"/>
              </a:rPr>
              <a:t>00</a:t>
            </a:r>
            <a:r>
              <a:rPr lang="en-US" dirty="0">
                <a:hlinkClick r:id="rId2"/>
              </a:rPr>
              <a:t>0/</a:t>
            </a:r>
            <a:endParaRPr lang="en-00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838244-AF26-1FD2-3F39-D30FFFC1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03" y="2977198"/>
            <a:ext cx="8311793" cy="2433693"/>
          </a:xfrm>
          <a:prstGeom prst="rect">
            <a:avLst/>
          </a:prstGeom>
        </p:spPr>
      </p:pic>
      <p:sp>
        <p:nvSpPr>
          <p:cNvPr id="3" name="AutoShape 2" descr="Smiling computer robot character">
            <a:extLst>
              <a:ext uri="{FF2B5EF4-FFF2-40B4-BE49-F238E27FC236}">
                <a16:creationId xmlns:a16="http://schemas.microsoft.com/office/drawing/2014/main" id="{9D9882B1-808A-3688-05DC-5057728689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001"/>
          </a:p>
        </p:txBody>
      </p:sp>
      <p:sp>
        <p:nvSpPr>
          <p:cNvPr id="10" name="AutoShape 6" descr="Smiling computer robot character">
            <a:extLst>
              <a:ext uri="{FF2B5EF4-FFF2-40B4-BE49-F238E27FC236}">
                <a16:creationId xmlns:a16="http://schemas.microsoft.com/office/drawing/2014/main" id="{1953AEDF-E224-BD32-8532-BEDA267252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029200" y="3886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00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C6A778-662A-4EE9-9E3A-FDDD454948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098" y="1840495"/>
            <a:ext cx="1421985" cy="10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57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891E2-3DEB-70ED-5E82-C981D887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7D249ED0-9F09-24E6-BBA9-3063F7FA8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252D777-353B-DC6A-D03D-333EF73131A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33DBE30-D644-2F1A-E870-BC97844073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E5807B5-8197-33A9-F7C8-FF57246D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984" y="1671217"/>
            <a:ext cx="7030431" cy="40963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1881F3-1895-9655-B589-01B0A2FDDDB1}"/>
              </a:ext>
            </a:extLst>
          </p:cNvPr>
          <p:cNvSpPr txBox="1"/>
          <p:nvPr/>
        </p:nvSpPr>
        <p:spPr>
          <a:xfrm>
            <a:off x="6655063" y="5938463"/>
            <a:ext cx="2075380" cy="709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intentionally doesn’t work</a:t>
            </a:r>
            <a:endParaRPr lang="en-00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F12B92-775C-A230-34DC-E36BEC16D829}"/>
              </a:ext>
            </a:extLst>
          </p:cNvPr>
          <p:cNvCxnSpPr>
            <a:endCxn id="7" idx="0"/>
          </p:cNvCxnSpPr>
          <p:nvPr/>
        </p:nvCxnSpPr>
        <p:spPr>
          <a:xfrm>
            <a:off x="7582328" y="5568593"/>
            <a:ext cx="110425" cy="3698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11A71E8-6CAF-EF71-2087-306E30E7B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388" y="5767539"/>
            <a:ext cx="1421985" cy="10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649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192E6A-2D42-3B69-A4E6-2A5289F9E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91F80384-AE19-E179-ED9B-A0C4311A9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15774D2-358C-FA12-162E-92AA6F9774C9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3AF47B-C8E5-125D-CCAF-B05780DA3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4A6103B-3FD7-6921-6A18-30F05B564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195" y="2238145"/>
            <a:ext cx="6516009" cy="329611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F0490B-0629-3D27-3C41-4625FBB3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16" y="3362165"/>
            <a:ext cx="1421985" cy="104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823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2C147-224A-7BA9-1AA9-DC00027B8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86D7E21-56F4-C242-93ED-3D6EB5B47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C6EEFA2-9AAD-AB30-6166-21D88778B71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148BC2A-4C47-1A07-BD2A-35D5D2463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21AD11-4240-6435-FB08-35D6566C66D8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http://localhost:8000/api/docs/</a:t>
            </a:r>
            <a:endParaRPr lang="en-00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7DBA52-8219-4066-F219-D535BE309BBB}"/>
              </a:ext>
            </a:extLst>
          </p:cNvPr>
          <p:cNvSpPr txBox="1"/>
          <p:nvPr/>
        </p:nvSpPr>
        <p:spPr>
          <a:xfrm>
            <a:off x="2576560" y="6055518"/>
            <a:ext cx="52038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The URL would be the website, in our case </a:t>
            </a:r>
            <a:r>
              <a:rPr lang="en-US" sz="1600" dirty="0">
                <a:ea typeface="Source Sans Pro"/>
                <a:hlinkClick r:id="rId3"/>
              </a:rPr>
              <a:t>http://localhost</a:t>
            </a:r>
            <a:r>
              <a:rPr lang="en-US" sz="1600" dirty="0">
                <a:ea typeface="Source Sans Pro"/>
              </a:rPr>
              <a:t> appended with the 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 in this case “/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/</a:t>
            </a:r>
            <a:r>
              <a:rPr lang="en-US" sz="1600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/{id}/” which would look like </a:t>
            </a:r>
            <a:r>
              <a:rPr lang="en-US" sz="1600" dirty="0">
                <a:ea typeface="Source Sans Pro"/>
                <a:hlinkClick r:id="rId4"/>
              </a:rPr>
              <a:t>http://localhost/api/todos/1/</a:t>
            </a:r>
            <a:endParaRPr lang="en-US" sz="1600" dirty="0">
              <a:ea typeface="Source Sans Pro"/>
            </a:endParaRPr>
          </a:p>
          <a:p>
            <a:pPr algn="ctr"/>
            <a:endParaRPr lang="en-GB" sz="1600" dirty="0">
              <a:ea typeface="Source Sans Pr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9431FE-8C89-6180-F879-3A63B9F96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0783" y="2407989"/>
            <a:ext cx="6415414" cy="36475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9C729A-749F-AA0E-90F3-81CC360C00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021825" y="134582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050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AE1A-299C-DEDC-6B49-689F9E91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B2CE999-548D-6835-95FA-430B4C62A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C5C8D31-4C9C-EE85-1E53-F4B1862089E8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2EE9D3-A600-E9F4-8D9D-786DD965E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CEC0805-AE50-5914-A08D-C6CBCD41B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457" y="1757003"/>
            <a:ext cx="7773485" cy="4744112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51C5C2-C361-4417-2BEE-DD487B4286C5}"/>
              </a:ext>
            </a:extLst>
          </p:cNvPr>
          <p:cNvCxnSpPr>
            <a:cxnSpLocks/>
          </p:cNvCxnSpPr>
          <p:nvPr/>
        </p:nvCxnSpPr>
        <p:spPr>
          <a:xfrm flipH="1">
            <a:off x="3030876" y="5198724"/>
            <a:ext cx="20334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3EFA20-90D9-2E82-3F49-90B51DC912A7}"/>
              </a:ext>
            </a:extLst>
          </p:cNvPr>
          <p:cNvSpPr txBox="1"/>
          <p:nvPr/>
        </p:nvSpPr>
        <p:spPr>
          <a:xfrm>
            <a:off x="5064362" y="4998220"/>
            <a:ext cx="2359941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 id we’ll be using</a:t>
            </a:r>
            <a:endParaRPr lang="en-001" dirty="0">
              <a:solidFill>
                <a:schemeClr val="accent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5B4A9C-E124-5F9D-C393-1E907CE1F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991429" y="39147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018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6847-260D-6F8B-A1BD-A3CA35DA6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9E28DFB-41C0-FD6A-803F-1391B61B5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F6691F8-00DD-9FEB-420D-48124E15EC7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9D31E41-9A1E-4190-6B8A-BB5F7535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F21B9D5-ADCB-818B-B98C-031DFC945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931" y="2166697"/>
            <a:ext cx="7792537" cy="343900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DA2297-78DB-6802-E5C6-2ACFAE871F18}"/>
              </a:ext>
            </a:extLst>
          </p:cNvPr>
          <p:cNvCxnSpPr>
            <a:cxnSpLocks/>
          </p:cNvCxnSpPr>
          <p:nvPr/>
        </p:nvCxnSpPr>
        <p:spPr>
          <a:xfrm flipV="1">
            <a:off x="1839074" y="5239820"/>
            <a:ext cx="0" cy="8527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D246AB7-2610-6B20-FB77-E7277B615F41}"/>
              </a:ext>
            </a:extLst>
          </p:cNvPr>
          <p:cNvCxnSpPr>
            <a:cxnSpLocks/>
          </p:cNvCxnSpPr>
          <p:nvPr/>
        </p:nvCxnSpPr>
        <p:spPr>
          <a:xfrm flipV="1">
            <a:off x="6635393" y="4899060"/>
            <a:ext cx="0" cy="11935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FA1BF13-DCDA-4371-82FB-8FD9E2EEC5DE}"/>
              </a:ext>
            </a:extLst>
          </p:cNvPr>
          <p:cNvCxnSpPr>
            <a:cxnSpLocks/>
          </p:cNvCxnSpPr>
          <p:nvPr/>
        </p:nvCxnSpPr>
        <p:spPr>
          <a:xfrm>
            <a:off x="1580508" y="1900720"/>
            <a:ext cx="0" cy="7893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E841B0-B16C-7A7F-D372-AB7046B79C24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4157609" y="2121605"/>
            <a:ext cx="0" cy="5685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AAE2146-59AD-0015-EEC8-2580088C59DD}"/>
              </a:ext>
            </a:extLst>
          </p:cNvPr>
          <p:cNvSpPr txBox="1"/>
          <p:nvPr/>
        </p:nvSpPr>
        <p:spPr>
          <a:xfrm>
            <a:off x="483574" y="6092575"/>
            <a:ext cx="2710999" cy="10183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There’s no response</a:t>
            </a:r>
            <a:br>
              <a:rPr lang="en-US" dirty="0"/>
            </a:br>
            <a:r>
              <a:rPr lang="en-US" dirty="0"/>
              <a:t>as delete doesn’t</a:t>
            </a:r>
            <a:br>
              <a:rPr lang="en-US" dirty="0"/>
            </a:br>
            <a:r>
              <a:rPr lang="en-US" dirty="0"/>
              <a:t>return a response value</a:t>
            </a:r>
            <a:endParaRPr lang="en-00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D85A5E-1DFC-7950-FC9A-DBF59F0C55D2}"/>
              </a:ext>
            </a:extLst>
          </p:cNvPr>
          <p:cNvSpPr txBox="1"/>
          <p:nvPr/>
        </p:nvSpPr>
        <p:spPr>
          <a:xfrm>
            <a:off x="4931240" y="6092575"/>
            <a:ext cx="3408305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204 means it’s successful</a:t>
            </a:r>
            <a:br>
              <a:rPr lang="en-US" dirty="0"/>
            </a:br>
            <a:r>
              <a:rPr lang="en-US" dirty="0"/>
              <a:t>but it has no content to return</a:t>
            </a:r>
            <a:endParaRPr lang="en-00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C4DCBE-069B-93CA-0869-0FD3B0250F6D}"/>
              </a:ext>
            </a:extLst>
          </p:cNvPr>
          <p:cNvSpPr txBox="1"/>
          <p:nvPr/>
        </p:nvSpPr>
        <p:spPr>
          <a:xfrm>
            <a:off x="3096300" y="1411924"/>
            <a:ext cx="2122617" cy="709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ID from the API GET response</a:t>
            </a:r>
            <a:endParaRPr lang="en-00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D6104C-B0D4-DDDF-80C5-7C98A3C65663}"/>
              </a:ext>
            </a:extLst>
          </p:cNvPr>
          <p:cNvSpPr txBox="1"/>
          <p:nvPr/>
        </p:nvSpPr>
        <p:spPr>
          <a:xfrm>
            <a:off x="874225" y="1552126"/>
            <a:ext cx="1412566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API Method</a:t>
            </a:r>
            <a:endParaRPr lang="en-00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C36475-3858-D103-7A99-0D04FBDBE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153404" y="71118"/>
            <a:ext cx="904996" cy="111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1788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C211-4B50-87B5-DD49-781CC9D8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C91E144-1851-549C-2FA5-C83B7DD88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E5F88B3-188D-C8C8-83F1-D40D03DE288C}"/>
              </a:ext>
            </a:extLst>
          </p:cNvPr>
          <p:cNvSpPr txBox="1">
            <a:spLocks/>
          </p:cNvSpPr>
          <p:nvPr/>
        </p:nvSpPr>
        <p:spPr>
          <a:xfrm>
            <a:off x="1126813" y="3166481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160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Q&amp;A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E1C770-B942-6032-68FE-3C8CE4F63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43" y="4690919"/>
            <a:ext cx="2067213" cy="2048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56D1B7-E399-68D6-E454-1CED93F24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419" y="4983359"/>
            <a:ext cx="2019582" cy="20386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5D7AD3-8630-E960-2B7F-D4341EA0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6419" y="936629"/>
            <a:ext cx="1971950" cy="18766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9578398-A5DA-9C27-D12D-CE58C9E820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1878" y="578618"/>
            <a:ext cx="202910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62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8D2A8-4851-B4D3-D002-20200139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7CDB260-565C-AA8E-D05E-5BBCF7DA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C42DF-563F-623A-F0DC-3A48547D2AE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Visual Studio Code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C6BB933-A2FC-BEF0-E724-CF900077B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1AC02A4F-BBC2-FCE4-8757-FEC465352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99" y="2432683"/>
            <a:ext cx="9867126" cy="518808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AA6E276-7464-784C-166F-7D0CDD016D6D}"/>
              </a:ext>
            </a:extLst>
          </p:cNvPr>
          <p:cNvSpPr/>
          <p:nvPr/>
        </p:nvSpPr>
        <p:spPr>
          <a:xfrm>
            <a:off x="2208944" y="4658138"/>
            <a:ext cx="1839075" cy="73717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B11D1-6FE5-82FD-401D-4A5AF9F0A184}"/>
              </a:ext>
            </a:extLst>
          </p:cNvPr>
          <p:cNvSpPr txBox="1"/>
          <p:nvPr/>
        </p:nvSpPr>
        <p:spPr>
          <a:xfrm>
            <a:off x="1520575" y="1715784"/>
            <a:ext cx="4892686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Inside</a:t>
            </a:r>
            <a:r>
              <a:rPr lang="en-US" dirty="0"/>
              <a:t>: </a:t>
            </a:r>
            <a:r>
              <a:rPr lang="en-US" b="1" dirty="0"/>
              <a:t>frontend &gt; app &gt; pages &gt; </a:t>
            </a:r>
            <a:r>
              <a:rPr lang="en-US" b="1" dirty="0" err="1"/>
              <a:t>index.vue</a:t>
            </a:r>
            <a:br>
              <a:rPr lang="en-US" b="1" dirty="0"/>
            </a:br>
            <a:r>
              <a:rPr lang="en-US" b="1" dirty="0"/>
              <a:t>               on line 159</a:t>
            </a:r>
            <a:endParaRPr lang="en-001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A8F793-8D75-C54D-AE73-B58E97FFD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599" y="0"/>
            <a:ext cx="1132767" cy="110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349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3E60D-C0A3-0490-4B87-BB7B0AB9C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6872953E-A650-3865-6509-E73EC1053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E46A6F-A96B-F9CF-A0FB-9A0C838C6EEA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Visual Studio Code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Solution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6B32A77-E9C9-0FA0-7363-29A897389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F0407E0-F732-3249-B60D-3BD8BB27C1B7}"/>
              </a:ext>
            </a:extLst>
          </p:cNvPr>
          <p:cNvSpPr txBox="1"/>
          <p:nvPr/>
        </p:nvSpPr>
        <p:spPr>
          <a:xfrm>
            <a:off x="1520575" y="1715784"/>
            <a:ext cx="6914072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dirty="0"/>
              <a:t>Solution inside</a:t>
            </a:r>
            <a:r>
              <a:rPr lang="en-US" dirty="0"/>
              <a:t>: </a:t>
            </a:r>
            <a:r>
              <a:rPr lang="en-US" b="1" dirty="0"/>
              <a:t>frontend &gt; app &gt; pages &gt; </a:t>
            </a:r>
            <a:r>
              <a:rPr lang="en-US" b="1" dirty="0" err="1"/>
              <a:t>index_solution.vue</a:t>
            </a:r>
            <a:br>
              <a:rPr lang="en-US" b="1" dirty="0"/>
            </a:br>
            <a:r>
              <a:rPr lang="en-US" b="1" dirty="0"/>
              <a:t>                                on line 159</a:t>
            </a:r>
            <a:endParaRPr lang="en-001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D04584-560D-00F0-F6AE-333D57AD2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4599" y="0"/>
            <a:ext cx="1132767" cy="1103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D0665F-B3C4-80ED-6A69-D54F435F0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71" y="2425464"/>
            <a:ext cx="9446658" cy="49719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9448FEA-8B91-DC9E-C566-31553ADA6EA2}"/>
              </a:ext>
            </a:extLst>
          </p:cNvPr>
          <p:cNvSpPr/>
          <p:nvPr/>
        </p:nvSpPr>
        <p:spPr>
          <a:xfrm>
            <a:off x="2280862" y="4542841"/>
            <a:ext cx="2599363" cy="130315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53748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M45264798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00FF66"/>
      </a:accent1>
      <a:accent2>
        <a:srgbClr val="300BE5"/>
      </a:accent2>
      <a:accent3>
        <a:srgbClr val="DFFE00"/>
      </a:accent3>
      <a:accent4>
        <a:srgbClr val="FD124A"/>
      </a:accent4>
      <a:accent5>
        <a:srgbClr val="FF19FD"/>
      </a:accent5>
      <a:accent6>
        <a:srgbClr val="19D5FE"/>
      </a:accent6>
      <a:hlink>
        <a:srgbClr val="5F5F5F"/>
      </a:hlink>
      <a:folHlink>
        <a:srgbClr val="919191"/>
      </a:folHlink>
    </a:clrScheme>
    <a:fontScheme name="Custom 86">
      <a:majorFont>
        <a:latin typeface="Berlin Sans FB Demi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798_win32" id="{8FE22AF6-0DFA-4976-B7CF-736FA25CB73C}" vid="{6D4BCCE7-76B1-4B2A-AB12-A57D527E18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00B919-5B9C-4D06-B24A-7BB87EEF69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A7C7500-373E-4155-9EAA-9FE9576B0B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D948EC7-70A8-4BA0-9397-CCEC9EEE03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8019d2a-b9cd-4e22-ac21-46e49d2ef4f4}" enabled="1" method="Standard" siteId="{300571a7-dc81-432b-9ff0-75fd8ae3dde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5608</TotalTime>
  <Words>981</Words>
  <Application>Microsoft Office PowerPoint</Application>
  <PresentationFormat>Custom</PresentationFormat>
  <Paragraphs>211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-apple-system</vt:lpstr>
      <vt:lpstr>Arial</vt:lpstr>
      <vt:lpstr>Berlin Sans FB Demi</vt:lpstr>
      <vt:lpstr>Calibri</vt:lpstr>
      <vt:lpstr>Courier New</vt:lpstr>
      <vt:lpstr>Segoe UI</vt:lpstr>
      <vt:lpstr>Source Sans Pro</vt:lpstr>
      <vt:lpstr>Source Sans Pro Black</vt:lpstr>
      <vt:lpstr>Wingdings</vt:lpstr>
      <vt:lpstr>Wingdings,Sans-Serif</vt:lpstr>
      <vt:lpstr>Office Theme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Atsukio Potato</cp:lastModifiedBy>
  <cp:revision>588</cp:revision>
  <dcterms:created xsi:type="dcterms:W3CDTF">2026-03-24T12:59:20Z</dcterms:created>
  <dcterms:modified xsi:type="dcterms:W3CDTF">2026-05-14T10:21:55Z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